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9"/>
  </p:notesMasterIdLst>
  <p:handoutMasterIdLst>
    <p:handoutMasterId r:id="rId20"/>
  </p:handoutMasterIdLst>
  <p:sldIdLst>
    <p:sldId id="330" r:id="rId5"/>
    <p:sldId id="329" r:id="rId6"/>
    <p:sldId id="353" r:id="rId7"/>
    <p:sldId id="354" r:id="rId8"/>
    <p:sldId id="355" r:id="rId9"/>
    <p:sldId id="356" r:id="rId10"/>
    <p:sldId id="358" r:id="rId11"/>
    <p:sldId id="359" r:id="rId12"/>
    <p:sldId id="360" r:id="rId13"/>
    <p:sldId id="357" r:id="rId14"/>
    <p:sldId id="361" r:id="rId15"/>
    <p:sldId id="362" r:id="rId16"/>
    <p:sldId id="346" r:id="rId17"/>
    <p:sldId id="352" r:id="rId18"/>
  </p:sldIdLst>
  <p:sldSz cx="12192000" cy="6858000"/>
  <p:notesSz cx="7315200" cy="9601200"/>
  <p:custDataLst>
    <p:tags r:id="rId21"/>
  </p:custDataLst>
  <p:defaultTextStyle>
    <a:defPPr>
      <a:defRPr lang="de-DE"/>
    </a:defPPr>
    <a:lvl1pPr marL="0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6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3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66C6D4F7-67C4-4C49-AF1B-2FFD9C9683A2}">
          <p14:sldIdLst>
            <p14:sldId id="330"/>
          </p14:sldIdLst>
        </p14:section>
        <p14:section name="Allgemein" id="{A318546E-EA3E-3045-BC6B-CC56B9C3DAA3}">
          <p14:sldIdLst>
            <p14:sldId id="329"/>
            <p14:sldId id="353"/>
            <p14:sldId id="354"/>
            <p14:sldId id="355"/>
            <p14:sldId id="356"/>
            <p14:sldId id="358"/>
            <p14:sldId id="359"/>
            <p14:sldId id="360"/>
            <p14:sldId id="357"/>
            <p14:sldId id="361"/>
            <p14:sldId id="362"/>
            <p14:sldId id="346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85D"/>
    <a:srgbClr val="3C3C3C"/>
    <a:srgbClr val="718A34"/>
    <a:srgbClr val="CF191E"/>
    <a:srgbClr val="EA0E10"/>
    <a:srgbClr val="1804B3"/>
    <a:srgbClr val="DCDEE0"/>
    <a:srgbClr val="FF5800"/>
    <a:srgbClr val="737B82"/>
    <a:srgbClr val="B9B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Designformatvorlage 2 - Akz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unkle Formatvorlage 1 - Akz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61368" autoAdjust="0"/>
  </p:normalViewPr>
  <p:slideViewPr>
    <p:cSldViewPr snapToGrid="0">
      <p:cViewPr varScale="1">
        <p:scale>
          <a:sx n="66" d="100"/>
          <a:sy n="66" d="100"/>
        </p:scale>
        <p:origin x="36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ran Ali Khan" userId="S::meeranali.khan@smartfactory.de::6d22cf54-2bd3-47f2-bacd-911861af4424" providerId="AD" clId="Web-{7E2C8DFC-9485-4836-2E8A-02F37E7FE7DB}"/>
    <pc:docChg chg="modSld">
      <pc:chgData name="Meeran Ali Khan" userId="S::meeranali.khan@smartfactory.de::6d22cf54-2bd3-47f2-bacd-911861af4424" providerId="AD" clId="Web-{7E2C8DFC-9485-4836-2E8A-02F37E7FE7DB}" dt="2024-06-06T08:55:23.794" v="0"/>
      <pc:docMkLst>
        <pc:docMk/>
      </pc:docMkLst>
      <pc:sldChg chg="modNotes">
        <pc:chgData name="Meeran Ali Khan" userId="S::meeranali.khan@smartfactory.de::6d22cf54-2bd3-47f2-bacd-911861af4424" providerId="AD" clId="Web-{7E2C8DFC-9485-4836-2E8A-02F37E7FE7DB}" dt="2024-06-06T08:55:23.794" v="0"/>
        <pc:sldMkLst>
          <pc:docMk/>
          <pc:sldMk cId="2186619959" sldId="3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D5877BEA-FA5E-1B42-A13D-40AB379A1490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EC02C7C3-2692-2249-A40F-022AEAA21B8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181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in="-194" max="886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29T21:12:23.1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18873 12157 0,'0'35'47,"0"34"-32,0 0-15,0 35 16,103 554 15,-103-519-15,0 658 31,0-763-47,0 278 31,104 0 0,-104-35 0,0-243-31,0 36 16,0-36-16,0 1 31</inkml:trace>
  <inkml:trace contextRef="#ctx0" brushRef="#br0" timeOffset="1756.83">19011 12192 0,'104'0'109,"-35"0"-93,485-35 15,-346 35-31,311 0 31,-311 0-31,485 0 31,-139 0 1,-450 0-17,-35 0 1,-34 0 0,-35 70 171,69 68-171,-69 208-1,0-138-15,0 0 16,0-69 0,0 68-16,0-68 15,0-70-15,0 70 0,0-35 16,34 34-1,-34-103-15,0 34 0,0 174 16,0-174 15,0 35-15,0 0 0,0 69-1,0-69-15,0 34 31,0 1-31,35-104 16,-35-1-16,0 1 16,0-1-16,0 1 15,-692-70 110,484 35-109,-173 0 0,173 0-16,0 0 15,-34 0-15,-35 0 16,-208-69-1,277 69-15,70 0 16,-35 0-16,34 0 16,35 0-16,35 0 15,-208 0 1,173 0 0,35 0-1,69-34 126</inkml:trace>
  <inkml:trace contextRef="#ctx0" brushRef="#br0" timeOffset="3669.84">19115 12088 0,'35'-104'62,"207"-277"-46,-104 277 0,313-208-1,-70 1 16,-174 68 16,-137 174-31,68-70 15,-103 139-15,103 0 156,105 35-141,103 0 0,173 34 0,-449-69-31,484 0 32,-139 0-1,-311 0-15,242 0 15,-311 0-31,0 0 31,-1 35-15,36-35-1,-36 34 17,-34 36 30,-34 68-31,-347 139 1,69 0-17,139-207 1,0-1-1,69-35 1,0 1 0,0-35-1,35 69 1,-104 1 0,138-1-1,0-69 16,1 35-31,34-1 16,-35 1-16,-34 34 16,34-34-1,35-1 1</inkml:trace>
  <inkml:trace contextRef="#ctx0" brushRef="#br0" timeOffset="5243.94">23824 10599 0,'35'0'31,"-35"34"-16,0 105 17,0-105-17,35 278 1,-35-208 0,0 35-16,138 380 31,-103-172-16,-35-140 17,0 70-17,69-103 1,-69-70-16,0-35 16,35 104-1,-1-138-15,1 69 16,0 207-1,-35-241 1,0-36-16,69 105 16,-35-105-1,-34 1-15,0 69 16,0 34 0,0-103-1,0 34 1,0-34-1,0 0-15,0-1 16,0 36 0,0-36-16,0 1 15,-34 69 1,34-70 0,0 1-1,-69 0 1,69-1-16,-35-34 15,0 35 1,-34-35 0,-35 69-1,-69-69 1,35 69 0,34-34-1,0-35 1,34 0-16,-172 0 15,173 35 1,-70-35-16,-34 0 31,69 69-31,0-69 16,1 35 15,-36-35-15,70 34-1,-1-34 1,36 35 15,-1-35-15,1 0 0,-36 0-1,36 0-15,-36 0 16,36-69 109</inkml:trace>
  <inkml:trace contextRef="#ctx0" brushRef="#br0" timeOffset="6963.7">21193 10945 0,'-35'0'16,"-69"0"0,35 0-1,0 0 1,34 0-1,-69 35 1,69-35 0,-103 104 15,-1-35 0,70 35 0,69-70-31,0 36 32,0-36-17,0 1-15,0 0 16,0-1-16,0 70 31,0-35-15,69-34-1,1 0 1,-1-35 15,-34 0-31,172 0 32,-103 0-17,-35 0-15,35 0 16,-69 0-16,34 0 15,1-35 17,-36 35-1,1-35-15,69 1-1,-70-105 1,-34 70-1,35 34 1,0-103 15,-1 68-15,-34 36-16,0-1 16,0-69-1,0 70-15,0-1 16,-34-34-1,-36-1 1,36 36 0,-36 34 15,1 0-31,35 0 0,-36 0 16,36 34-1,-36-34 1,36 35-1,-1 34 1,35-34-16,-69 0 31</inkml:trace>
  <inkml:trace contextRef="#ctx0" brushRef="#br0" timeOffset="7875.56">20362 11568 0,'0'70'78,"0"-36"-78,0 70 16,0-34-1,0 103 1,0-104-16,0 139 31,0-174-31,0 140 32,0-140-17,0 105 1,0-70-1,0 70 1,0-70 0,0 0-1,0-34 1,0-1-16,0 1 16,0 34-16,0-34 15,0 0 16</inkml:trace>
  <inkml:trace contextRef="#ctx0" brushRef="#br0" timeOffset="8835.61">21504 10980 0,'0'34'16,"0"1"-1,0 34 16,0 0-31,0 105 16,0-140 0,0 139-1,0 35 17,0 0-1,0-139-16,0 1 1,0-36 0,0 1-16,0 34 15,0-34 1,35 34-16,-35-34 31,0 34 0</inkml:trace>
  <inkml:trace contextRef="#ctx0" brushRef="#br0" timeOffset="9107.58">21539 12850 0,'0'104'109,"0"-69"-109</inkml:trace>
  <inkml:trace contextRef="#ctx0" brushRef="#br0" timeOffset="9275.59">21574 13231 0,'0'35'16,"34"-35"15,-34 34 0,0 1-15</inkml:trace>
  <inkml:trace contextRef="#ctx0" brushRef="#br0" timeOffset="9471.08">21608 13612 0,'0'69'31,"0"-138"-31</inkml:trace>
  <inkml:trace contextRef="#ctx0" brushRef="#br0" timeOffset="9648.2">20985 13716 0,'0'0'16,"-35"0"0,1 0-1,-1 0 1,0 0-1,1 0 1</inkml:trace>
  <inkml:trace contextRef="#ctx0" brushRef="#br0" timeOffset="9881.35">20569 13647 0,'-34'0'31,"34"-70"0,-35 36-15,0-36 0,1 36-16,34-1 15,0 1 16</inkml:trace>
  <inkml:trace contextRef="#ctx0" brushRef="#br0" timeOffset="10034.23">20396 13370 0,'-34'-35'47</inkml:trace>
  <inkml:trace contextRef="#ctx0" brushRef="#br0" timeOffset="10203.57">20292 13023 0,'0'0'0,"0"-104"78,-34 35-62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/>
          <a:lstStyle>
            <a:lvl1pPr algn="r">
              <a:defRPr sz="1300"/>
            </a:lvl1pPr>
          </a:lstStyle>
          <a:p>
            <a:fld id="{60D87F2F-7E9B-5340-9267-0CCBE9616764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6" rIns="96653" bIns="48326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6" rIns="96653" bIns="48326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6" rIns="96653" bIns="48326" rtlCol="0" anchor="b"/>
          <a:lstStyle>
            <a:lvl1pPr algn="r">
              <a:defRPr sz="1300"/>
            </a:lvl1pPr>
          </a:lstStyle>
          <a:p>
            <a:fld id="{25CBCFFD-BB00-CC40-8AFD-EB9D88805DF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5995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3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2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0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8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6" algn="l" defTabSz="4571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060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30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Bundle group combines the shapes but it will not exclude the holes and considered the transparency as it is.</a:t>
            </a:r>
          </a:p>
        </p:txBody>
      </p:sp>
    </p:spTree>
    <p:extLst>
      <p:ext uri="{BB962C8B-B14F-4D97-AF65-F5344CB8AC3E}">
        <p14:creationId xmlns:p14="http://schemas.microsoft.com/office/powerpoint/2010/main" val="3533868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264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02039" indent="-302039">
              <a:buFontTx/>
              <a:buChar char="-"/>
            </a:pPr>
            <a:endParaRPr lang="en-US" sz="1900" dirty="0">
              <a:latin typeface="CMR12"/>
            </a:endParaRPr>
          </a:p>
        </p:txBody>
      </p:sp>
    </p:spTree>
    <p:extLst>
      <p:ext uri="{BB962C8B-B14F-4D97-AF65-F5344CB8AC3E}">
        <p14:creationId xmlns:p14="http://schemas.microsoft.com/office/powerpoint/2010/main" val="218892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50000" y="2132857"/>
            <a:ext cx="10605540" cy="641201"/>
          </a:xfrm>
          <a:prstGeom prst="rect">
            <a:avLst/>
          </a:prstGeom>
        </p:spPr>
        <p:txBody>
          <a:bodyPr vert="horz" lIns="0" tIns="0" rIns="0" anchor="t" anchorCtr="0">
            <a:sp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FontTx/>
              <a:buNone/>
              <a:defRPr sz="5000" baseline="0">
                <a:solidFill>
                  <a:schemeClr val="tx1"/>
                </a:solidFill>
                <a:latin typeface="Calibri"/>
              </a:defRPr>
            </a:lvl1pPr>
          </a:lstStyle>
          <a:p>
            <a:pPr lvl="0"/>
            <a:r>
              <a:rPr lang="de-DE"/>
              <a:t>Präsentationstitel einfügen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50000" y="2953655"/>
            <a:ext cx="10636251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Präsentations-</a:t>
            </a:r>
            <a:r>
              <a:rPr lang="de-DE" err="1"/>
              <a:t>Subtitel</a:t>
            </a:r>
            <a:r>
              <a:rPr lang="de-DE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47642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55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liederung-Zei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11299825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741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-Zah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442913" y="1881188"/>
            <a:ext cx="11306175" cy="4427537"/>
          </a:xfrm>
        </p:spPr>
        <p:txBody>
          <a:bodyPr/>
          <a:lstStyle>
            <a:lvl1pPr marL="266700" indent="-266700">
              <a:buFont typeface="+mj-lt"/>
              <a:buAutoNum type="arabicPeriod"/>
              <a:defRPr/>
            </a:lvl1pPr>
            <a:lvl2pPr marL="538163" indent="-271463">
              <a:buFont typeface="+mj-lt"/>
              <a:buAutoNum type="alphaLcPeriod"/>
              <a:defRPr/>
            </a:lvl2pPr>
            <a:lvl3pPr marL="804863" indent="-266700">
              <a:buFont typeface="+mj-lt"/>
              <a:buAutoNum type="romanLcPeriod"/>
              <a:defRPr/>
            </a:lvl3pPr>
            <a:lvl4pPr marL="984250" indent="-179388">
              <a:buFont typeface="Symbol" panose="05050102010706020507" pitchFamily="18" charset="2"/>
              <a:buChar char="-"/>
              <a:defRPr/>
            </a:lvl4pPr>
            <a:lvl5pPr marL="1255713" indent="-271463">
              <a:buFont typeface="Symbol" panose="05050102010706020507" pitchFamily="18" charset="2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49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Überschrift+2-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575212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25" hasCustomPrompt="1"/>
          </p:nvPr>
        </p:nvSpPr>
        <p:spPr>
          <a:xfrm>
            <a:off x="450000" y="5773783"/>
            <a:ext cx="4775149" cy="5349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6" name="Textplatzhalter 7"/>
          <p:cNvSpPr>
            <a:spLocks noGrp="1"/>
          </p:cNvSpPr>
          <p:nvPr>
            <p:ph type="body" sz="quarter" idx="26" hasCustomPrompt="1"/>
          </p:nvPr>
        </p:nvSpPr>
        <p:spPr>
          <a:xfrm>
            <a:off x="5838522" y="5773783"/>
            <a:ext cx="4775149" cy="53494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8"/>
          </p:nvPr>
        </p:nvSpPr>
        <p:spPr>
          <a:xfrm>
            <a:off x="450000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29"/>
          </p:nvPr>
        </p:nvSpPr>
        <p:spPr>
          <a:xfrm>
            <a:off x="5838522" y="3429000"/>
            <a:ext cx="4775149" cy="23447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31"/>
          </p:nvPr>
        </p:nvSpPr>
        <p:spPr>
          <a:xfrm>
            <a:off x="442913" y="1881188"/>
            <a:ext cx="4781550" cy="1547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2"/>
          </p:nvPr>
        </p:nvSpPr>
        <p:spPr>
          <a:xfrm>
            <a:off x="5838825" y="1881188"/>
            <a:ext cx="4775200" cy="1547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67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Überschrift+3-Spalten+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50000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24" hasCustomPrompt="1"/>
          </p:nvPr>
        </p:nvSpPr>
        <p:spPr>
          <a:xfrm>
            <a:off x="4322196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16" name="Textplatzhalt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194391" y="1879301"/>
            <a:ext cx="3554696" cy="1041883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de-DE"/>
              <a:t>Überschrift einfügen</a:t>
            </a:r>
          </a:p>
        </p:txBody>
      </p:sp>
      <p:sp>
        <p:nvSpPr>
          <p:cNvPr id="7" name="Bildplatzhalter 12"/>
          <p:cNvSpPr>
            <a:spLocks noGrp="1"/>
          </p:cNvSpPr>
          <p:nvPr>
            <p:ph type="pic" sz="quarter" idx="29"/>
          </p:nvPr>
        </p:nvSpPr>
        <p:spPr>
          <a:xfrm>
            <a:off x="819439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Bildplatzhalter 9"/>
          <p:cNvSpPr>
            <a:spLocks noGrp="1"/>
          </p:cNvSpPr>
          <p:nvPr>
            <p:ph type="pic" sz="quarter" idx="28"/>
          </p:nvPr>
        </p:nvSpPr>
        <p:spPr>
          <a:xfrm>
            <a:off x="4322195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Bildplatzhalter 3"/>
          <p:cNvSpPr>
            <a:spLocks noGrp="1"/>
          </p:cNvSpPr>
          <p:nvPr>
            <p:ph type="pic" sz="quarter" idx="27"/>
          </p:nvPr>
        </p:nvSpPr>
        <p:spPr>
          <a:xfrm>
            <a:off x="450000" y="2921184"/>
            <a:ext cx="3554696" cy="339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99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Überschrift+2-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096000" y="1879600"/>
            <a:ext cx="5653088" cy="4430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5341937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186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Überschrift+3-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39"/>
          </p:nvPr>
        </p:nvSpPr>
        <p:spPr>
          <a:xfrm>
            <a:off x="4322763" y="1876347"/>
            <a:ext cx="3554412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40"/>
          </p:nvPr>
        </p:nvSpPr>
        <p:spPr>
          <a:xfrm>
            <a:off x="8197850" y="1876347"/>
            <a:ext cx="3551238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4" y="1881188"/>
            <a:ext cx="3556000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711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Überschrift+3-Spalten+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636641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25" hasCustomPrompt="1"/>
          </p:nvPr>
        </p:nvSpPr>
        <p:spPr>
          <a:xfrm>
            <a:off x="450000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3" name="Textplatzhalter 7"/>
          <p:cNvSpPr>
            <a:spLocks noGrp="1"/>
          </p:cNvSpPr>
          <p:nvPr>
            <p:ph type="body" sz="quarter" idx="29" hasCustomPrompt="1"/>
          </p:nvPr>
        </p:nvSpPr>
        <p:spPr>
          <a:xfrm>
            <a:off x="4322195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4" name="Textplatzhalter 7"/>
          <p:cNvSpPr>
            <a:spLocks noGrp="1"/>
          </p:cNvSpPr>
          <p:nvPr>
            <p:ph type="body" sz="quarter" idx="30" hasCustomPrompt="1"/>
          </p:nvPr>
        </p:nvSpPr>
        <p:spPr>
          <a:xfrm>
            <a:off x="8194390" y="5910263"/>
            <a:ext cx="3554696" cy="40109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38"/>
          </p:nvPr>
        </p:nvSpPr>
        <p:spPr>
          <a:xfrm>
            <a:off x="8197850" y="3987800"/>
            <a:ext cx="355123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37"/>
          </p:nvPr>
        </p:nvSpPr>
        <p:spPr>
          <a:xfrm>
            <a:off x="4322195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3" name="Bildplatzhalter 4"/>
          <p:cNvSpPr>
            <a:spLocks noGrp="1"/>
          </p:cNvSpPr>
          <p:nvPr>
            <p:ph type="pic" sz="quarter" idx="36"/>
          </p:nvPr>
        </p:nvSpPr>
        <p:spPr>
          <a:xfrm>
            <a:off x="450000" y="3987800"/>
            <a:ext cx="3554696" cy="19161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39"/>
          </p:nvPr>
        </p:nvSpPr>
        <p:spPr>
          <a:xfrm>
            <a:off x="442913" y="1886247"/>
            <a:ext cx="3558323" cy="2105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40"/>
          </p:nvPr>
        </p:nvSpPr>
        <p:spPr>
          <a:xfrm>
            <a:off x="4322763" y="1881188"/>
            <a:ext cx="3554412" cy="2106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platzhalter 7"/>
          <p:cNvSpPr>
            <a:spLocks noGrp="1"/>
          </p:cNvSpPr>
          <p:nvPr>
            <p:ph type="body" sz="quarter" idx="41"/>
          </p:nvPr>
        </p:nvSpPr>
        <p:spPr>
          <a:xfrm>
            <a:off x="8197850" y="1881188"/>
            <a:ext cx="3551238" cy="2106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26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palte+Bild-1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6096000" y="1879302"/>
            <a:ext cx="4513262" cy="44310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5341937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616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palte+Bild-2/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9"/>
          </p:nvPr>
        </p:nvSpPr>
        <p:spPr>
          <a:xfrm>
            <a:off x="8194675" y="1879302"/>
            <a:ext cx="3563937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7427912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4222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d-Vollform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191386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marL="0" lvl="0" defTabSz="457158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892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d+Logoausspa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48135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0" y="981075"/>
            <a:ext cx="12192000" cy="5876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012901" y="4401000"/>
            <a:ext cx="428592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de-DE" sz="3000" dirty="0" smtClean="0">
                <a:solidFill>
                  <a:srgbClr val="FFFFFF"/>
                </a:solidFill>
              </a:defRPr>
            </a:lvl1pPr>
          </a:lstStyle>
          <a:p>
            <a:pPr marL="0" lvl="0" defTabSz="457158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1828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Überschrif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7950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Überschrift+Bild+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10191789" y="1879301"/>
            <a:ext cx="1556852" cy="133567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2"/>
            <a:ext cx="9678448" cy="44294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498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Überschrift+Bilder+Bildunt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50000" y="5404993"/>
            <a:ext cx="3554696" cy="90636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0157462" y="4113076"/>
            <a:ext cx="1591624" cy="219827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  <a:latin typeface="Calibri Light"/>
              </a:defRPr>
            </a:lvl1pPr>
          </a:lstStyle>
          <a:p>
            <a:pPr lvl="0"/>
            <a:r>
              <a:rPr lang="de-DE"/>
              <a:t>Bildunterschrift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50000" y="1879301"/>
            <a:ext cx="3554696" cy="3381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21"/>
          </p:nvPr>
        </p:nvSpPr>
        <p:spPr>
          <a:xfrm>
            <a:off x="4322195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3" name="Bildplatzhalter 3"/>
          <p:cNvSpPr>
            <a:spLocks noGrp="1"/>
          </p:cNvSpPr>
          <p:nvPr>
            <p:ph type="pic" sz="quarter" idx="22"/>
          </p:nvPr>
        </p:nvSpPr>
        <p:spPr>
          <a:xfrm>
            <a:off x="8194390" y="1879301"/>
            <a:ext cx="3554696" cy="19136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23"/>
          </p:nvPr>
        </p:nvSpPr>
        <p:spPr>
          <a:xfrm>
            <a:off x="4322194" y="4113076"/>
            <a:ext cx="5736206" cy="21982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192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gramm-Torte/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658114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015767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1769359" y="2250132"/>
            <a:ext cx="7518961" cy="36877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509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agramm-Bal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38380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947244" y="5955808"/>
            <a:ext cx="3866828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4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875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gramm-Sä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7469760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08124" y="1942471"/>
            <a:ext cx="3866828" cy="2769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590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ramm-Linie/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8449159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/>
          <p:cNvSpPr>
            <a:spLocks/>
          </p:cNvSpPr>
          <p:nvPr userDrawn="1"/>
        </p:nvSpPr>
        <p:spPr>
          <a:xfrm>
            <a:off x="450000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477096" y="5955808"/>
            <a:ext cx="3866828" cy="27699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08124" y="1942471"/>
            <a:ext cx="3866828" cy="2769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Achsenbeschriftung eingeben (Einheiten)</a:t>
            </a:r>
          </a:p>
        </p:txBody>
      </p:sp>
      <p:sp>
        <p:nvSpPr>
          <p:cNvPr id="5" name="Diagrammplatzhalter 4"/>
          <p:cNvSpPr>
            <a:spLocks noGrp="1"/>
          </p:cNvSpPr>
          <p:nvPr>
            <p:ph type="chart" sz="quarter" idx="15"/>
          </p:nvPr>
        </p:nvSpPr>
        <p:spPr>
          <a:xfrm>
            <a:off x="908124" y="2248211"/>
            <a:ext cx="10382840" cy="36916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3618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Vier Diagramme-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6258294" y="4159893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6" name="Rechteck 15"/>
          <p:cNvSpPr/>
          <p:nvPr userDrawn="1"/>
        </p:nvSpPr>
        <p:spPr>
          <a:xfrm>
            <a:off x="450000" y="4159893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5" name="Rechteck 14"/>
          <p:cNvSpPr/>
          <p:nvPr userDrawn="1"/>
        </p:nvSpPr>
        <p:spPr>
          <a:xfrm>
            <a:off x="6258294" y="1879301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14" name="Rechteck 13"/>
          <p:cNvSpPr/>
          <p:nvPr userDrawn="1"/>
        </p:nvSpPr>
        <p:spPr>
          <a:xfrm>
            <a:off x="450000" y="1879301"/>
            <a:ext cx="5490794" cy="2152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22" name="Textplatzhalter 2"/>
          <p:cNvSpPr>
            <a:spLocks noGrp="1"/>
          </p:cNvSpPr>
          <p:nvPr>
            <p:ph type="body" sz="quarter" idx="21" hasCustomPrompt="1"/>
          </p:nvPr>
        </p:nvSpPr>
        <p:spPr>
          <a:xfrm>
            <a:off x="781255" y="1926926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3" name="Textplatzhalt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537236" y="1926926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sz="quarter" idx="23" hasCustomPrompt="1"/>
          </p:nvPr>
        </p:nvSpPr>
        <p:spPr>
          <a:xfrm>
            <a:off x="781255" y="4207518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6537236" y="4207518"/>
            <a:ext cx="4102100" cy="138499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 algn="l">
              <a:spcBef>
                <a:spcPts val="0"/>
              </a:spcBef>
              <a:buFontTx/>
              <a:buNone/>
              <a:defRPr sz="900">
                <a:solidFill>
                  <a:srgbClr val="53585D"/>
                </a:solidFill>
              </a:defRPr>
            </a:lvl1pPr>
            <a:lvl2pPr marL="457158" indent="0" algn="l">
              <a:spcBef>
                <a:spcPts val="0"/>
              </a:spcBef>
              <a:buFontTx/>
              <a:buNone/>
              <a:defRPr sz="900"/>
            </a:lvl2pPr>
            <a:lvl3pPr marL="914316" indent="0" algn="l">
              <a:spcBef>
                <a:spcPts val="0"/>
              </a:spcBef>
              <a:buFontTx/>
              <a:buNone/>
              <a:defRPr sz="900"/>
            </a:lvl3pPr>
            <a:lvl4pPr marL="1371475" indent="0" algn="l">
              <a:spcBef>
                <a:spcPts val="0"/>
              </a:spcBef>
              <a:buFontTx/>
              <a:buNone/>
              <a:defRPr sz="900"/>
            </a:lvl4pPr>
            <a:lvl5pPr marL="1828634" indent="0" algn="l">
              <a:spcBef>
                <a:spcPts val="0"/>
              </a:spcBef>
              <a:buFontTx/>
              <a:buNone/>
              <a:defRPr sz="900"/>
            </a:lvl5pPr>
          </a:lstStyle>
          <a:p>
            <a:pPr lvl="0"/>
            <a:r>
              <a:rPr lang="de-DE"/>
              <a:t>Diagrammtitel einfügen (Einheiten)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25"/>
          </p:nvPr>
        </p:nvSpPr>
        <p:spPr>
          <a:xfrm>
            <a:off x="781255" y="2093426"/>
            <a:ext cx="4828284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7" name="Diagrammplatzhalter 5"/>
          <p:cNvSpPr>
            <a:spLocks noGrp="1"/>
          </p:cNvSpPr>
          <p:nvPr>
            <p:ph type="chart" sz="quarter" idx="26"/>
          </p:nvPr>
        </p:nvSpPr>
        <p:spPr>
          <a:xfrm>
            <a:off x="6537236" y="2093426"/>
            <a:ext cx="4932911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8" name="Diagrammplatzhalter 5"/>
          <p:cNvSpPr>
            <a:spLocks noGrp="1"/>
          </p:cNvSpPr>
          <p:nvPr>
            <p:ph type="chart" sz="quarter" idx="27"/>
          </p:nvPr>
        </p:nvSpPr>
        <p:spPr>
          <a:xfrm>
            <a:off x="781255" y="4374018"/>
            <a:ext cx="4828284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  <p:sp>
        <p:nvSpPr>
          <p:cNvPr id="29" name="Diagrammplatzhalter 5"/>
          <p:cNvSpPr>
            <a:spLocks noGrp="1"/>
          </p:cNvSpPr>
          <p:nvPr>
            <p:ph type="chart" sz="quarter" idx="28"/>
          </p:nvPr>
        </p:nvSpPr>
        <p:spPr>
          <a:xfrm>
            <a:off x="6537236" y="4374018"/>
            <a:ext cx="4932911" cy="1872000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111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6585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>
            <a:spLocks/>
          </p:cNvSpPr>
          <p:nvPr userDrawn="1"/>
        </p:nvSpPr>
        <p:spPr>
          <a:xfrm>
            <a:off x="442517" y="1879301"/>
            <a:ext cx="11299088" cy="4429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solidFill>
                <a:srgbClr val="53585D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abellenplatzhalter 3"/>
          <p:cNvSpPr>
            <a:spLocks noGrp="1"/>
          </p:cNvSpPr>
          <p:nvPr>
            <p:ph type="tbl" sz="quarter" idx="10"/>
          </p:nvPr>
        </p:nvSpPr>
        <p:spPr>
          <a:xfrm>
            <a:off x="1157767" y="2248211"/>
            <a:ext cx="9868588" cy="3691602"/>
          </a:xfrm>
        </p:spPr>
        <p:txBody>
          <a:bodyPr/>
          <a:lstStyle>
            <a:lvl1pPr marL="0" indent="0">
              <a:buNone/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7908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Medienplatzhalter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674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Video_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980728"/>
            <a:ext cx="10159263" cy="715249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dirty="0">
                <a:solidFill>
                  <a:srgbClr val="53585D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Medienplatzhalter 4"/>
          <p:cNvSpPr>
            <a:spLocks noGrp="1"/>
          </p:cNvSpPr>
          <p:nvPr>
            <p:ph type="media" sz="quarter" idx="19"/>
          </p:nvPr>
        </p:nvSpPr>
        <p:spPr>
          <a:xfrm>
            <a:off x="450000" y="1879301"/>
            <a:ext cx="7427175" cy="4141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53585D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de-DE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8197850" y="1881188"/>
            <a:ext cx="3551238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929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lussfolie/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0000" y="1854323"/>
            <a:ext cx="10638367" cy="984885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3200" b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3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5312870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1" imgW="270" imgH="270" progId="TCLayout.ActiveDocument.1">
                  <p:embed/>
                </p:oleObj>
              </mc:Choice>
              <mc:Fallback>
                <p:oleObj name="think-cell Folie" r:id="rId31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7888288" y="6540972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>
              <a:defRPr lang="en-GB" sz="700" b="0" i="0" smtClean="0">
                <a:solidFill>
                  <a:schemeClr val="bg1"/>
                </a:solidFill>
                <a:latin typeface="+mn-lt"/>
                <a:cs typeface="Calibri Light"/>
              </a:defRPr>
            </a:lvl1pPr>
          </a:lstStyle>
          <a:p>
            <a:pPr algn="r"/>
            <a:r>
              <a:rPr lang="de-DE"/>
              <a:t>Seite: </a:t>
            </a:r>
            <a:fld id="{E7550942-A291-48F7-A47C-F017F50DCE2F}" type="slidenum">
              <a:rPr smtClean="0"/>
              <a:pPr algn="r"/>
              <a:t>‹#›</a:t>
            </a:fld>
            <a:endParaRPr/>
          </a:p>
        </p:txBody>
      </p:sp>
      <p:grpSp>
        <p:nvGrpSpPr>
          <p:cNvPr id="11" name="Gruppieren 10"/>
          <p:cNvGrpSpPr/>
          <p:nvPr userDrawn="1">
            <p:custDataLst>
              <p:tags r:id="rId28"/>
            </p:custDataLst>
          </p:nvPr>
        </p:nvGrpSpPr>
        <p:grpSpPr>
          <a:xfrm>
            <a:off x="-151035" y="-97287"/>
            <a:ext cx="12476539" cy="7067433"/>
            <a:chOff x="-151035" y="-97287"/>
            <a:chExt cx="12476539" cy="7067433"/>
          </a:xfrm>
        </p:grpSpPr>
        <p:cxnSp>
          <p:nvCxnSpPr>
            <p:cNvPr id="84" name="Gerader Verbinder 83"/>
            <p:cNvCxnSpPr/>
            <p:nvPr userDrawn="1"/>
          </p:nvCxnSpPr>
          <p:spPr>
            <a:xfrm>
              <a:off x="-151035" y="3429933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/>
            <p:cNvCxnSpPr/>
            <p:nvPr userDrawn="1"/>
          </p:nvCxnSpPr>
          <p:spPr>
            <a:xfrm>
              <a:off x="-151035" y="6308340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/>
            <p:cNvCxnSpPr/>
            <p:nvPr userDrawn="1"/>
          </p:nvCxnSpPr>
          <p:spPr>
            <a:xfrm>
              <a:off x="-151035" y="652423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/>
            <p:cNvCxnSpPr/>
            <p:nvPr userDrawn="1"/>
          </p:nvCxnSpPr>
          <p:spPr>
            <a:xfrm>
              <a:off x="-151035" y="6669881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/>
            <p:cNvCxnSpPr/>
            <p:nvPr userDrawn="1"/>
          </p:nvCxnSpPr>
          <p:spPr>
            <a:xfrm>
              <a:off x="-151035" y="98072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/>
            <p:cNvCxnSpPr/>
            <p:nvPr userDrawn="1"/>
          </p:nvCxnSpPr>
          <p:spPr>
            <a:xfrm>
              <a:off x="-151035" y="1879302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/>
            <p:cNvCxnSpPr/>
            <p:nvPr userDrawn="1"/>
          </p:nvCxnSpPr>
          <p:spPr>
            <a:xfrm>
              <a:off x="12229504" y="3429933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/>
            <p:cNvCxnSpPr/>
            <p:nvPr userDrawn="1"/>
          </p:nvCxnSpPr>
          <p:spPr>
            <a:xfrm>
              <a:off x="12229504" y="6308340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r Verbinder 91"/>
            <p:cNvCxnSpPr/>
            <p:nvPr userDrawn="1"/>
          </p:nvCxnSpPr>
          <p:spPr>
            <a:xfrm>
              <a:off x="12229504" y="652423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/>
            <p:cNvCxnSpPr/>
            <p:nvPr userDrawn="1"/>
          </p:nvCxnSpPr>
          <p:spPr>
            <a:xfrm>
              <a:off x="12229504" y="6669881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/>
            <p:cNvCxnSpPr/>
            <p:nvPr userDrawn="1"/>
          </p:nvCxnSpPr>
          <p:spPr>
            <a:xfrm>
              <a:off x="12229504" y="980728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/>
            <p:cNvCxnSpPr/>
            <p:nvPr userDrawn="1"/>
          </p:nvCxnSpPr>
          <p:spPr>
            <a:xfrm>
              <a:off x="12229504" y="1879302"/>
              <a:ext cx="96000" cy="0"/>
            </a:xfrm>
            <a:prstGeom prst="line">
              <a:avLst/>
            </a:prstGeom>
            <a:ln w="3175"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Gruppieren 95"/>
            <p:cNvGrpSpPr/>
            <p:nvPr userDrawn="1">
              <p:custDataLst>
                <p:tags r:id="rId29"/>
              </p:custDataLst>
            </p:nvPr>
          </p:nvGrpSpPr>
          <p:grpSpPr>
            <a:xfrm>
              <a:off x="450000" y="-97287"/>
              <a:ext cx="11299088" cy="72000"/>
              <a:chOff x="450000" y="-97287"/>
              <a:chExt cx="11299088" cy="72000"/>
            </a:xfrm>
          </p:grpSpPr>
          <p:cxnSp>
            <p:nvCxnSpPr>
              <p:cNvPr id="106" name="Gerader Verbinder 105"/>
              <p:cNvCxnSpPr/>
              <p:nvPr userDrawn="1"/>
            </p:nvCxnSpPr>
            <p:spPr>
              <a:xfrm rot="5400000">
                <a:off x="414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Gerader Verbinder 106"/>
              <p:cNvCxnSpPr/>
              <p:nvPr userDrawn="1"/>
            </p:nvCxnSpPr>
            <p:spPr>
              <a:xfrm rot="5400000">
                <a:off x="6060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Gerader Verbinder 107"/>
              <p:cNvCxnSpPr/>
              <p:nvPr userDrawn="1"/>
            </p:nvCxnSpPr>
            <p:spPr>
              <a:xfrm rot="5400000">
                <a:off x="1057167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/>
              <p:cNvCxnSpPr/>
              <p:nvPr userDrawn="1"/>
            </p:nvCxnSpPr>
            <p:spPr>
              <a:xfrm rot="5400000">
                <a:off x="39686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Gerader Verbinder 109"/>
              <p:cNvCxnSpPr/>
              <p:nvPr userDrawn="1"/>
            </p:nvCxnSpPr>
            <p:spPr>
              <a:xfrm rot="5400000">
                <a:off x="42861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r Verbinder 110"/>
              <p:cNvCxnSpPr/>
              <p:nvPr userDrawn="1"/>
            </p:nvCxnSpPr>
            <p:spPr>
              <a:xfrm rot="5400000">
                <a:off x="78408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Gerader Verbinder 111"/>
              <p:cNvCxnSpPr/>
              <p:nvPr userDrawn="1"/>
            </p:nvCxnSpPr>
            <p:spPr>
              <a:xfrm rot="5400000">
                <a:off x="81583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r Verbinder 112"/>
              <p:cNvCxnSpPr/>
              <p:nvPr userDrawn="1"/>
            </p:nvCxnSpPr>
            <p:spPr>
              <a:xfrm rot="5400000">
                <a:off x="1171308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pieren 96"/>
            <p:cNvGrpSpPr/>
            <p:nvPr userDrawn="1">
              <p:custDataLst>
                <p:tags r:id="rId30"/>
              </p:custDataLst>
            </p:nvPr>
          </p:nvGrpSpPr>
          <p:grpSpPr>
            <a:xfrm>
              <a:off x="450000" y="6898146"/>
              <a:ext cx="11299088" cy="72000"/>
              <a:chOff x="450000" y="-97287"/>
              <a:chExt cx="11299088" cy="72000"/>
            </a:xfrm>
          </p:grpSpPr>
          <p:cxnSp>
            <p:nvCxnSpPr>
              <p:cNvPr id="98" name="Gerader Verbinder 97"/>
              <p:cNvCxnSpPr/>
              <p:nvPr userDrawn="1"/>
            </p:nvCxnSpPr>
            <p:spPr>
              <a:xfrm rot="5400000">
                <a:off x="414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/>
              <p:cNvCxnSpPr/>
              <p:nvPr userDrawn="1"/>
            </p:nvCxnSpPr>
            <p:spPr>
              <a:xfrm rot="5400000">
                <a:off x="6060000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/>
              <p:cNvCxnSpPr/>
              <p:nvPr userDrawn="1"/>
            </p:nvCxnSpPr>
            <p:spPr>
              <a:xfrm rot="5400000">
                <a:off x="1057167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/>
              <p:cNvCxnSpPr/>
              <p:nvPr userDrawn="1"/>
            </p:nvCxnSpPr>
            <p:spPr>
              <a:xfrm rot="5400000">
                <a:off x="39686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/>
              <p:cNvCxnSpPr/>
              <p:nvPr userDrawn="1"/>
            </p:nvCxnSpPr>
            <p:spPr>
              <a:xfrm rot="5400000">
                <a:off x="4286196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Gerader Verbinder 102"/>
              <p:cNvCxnSpPr/>
              <p:nvPr userDrawn="1"/>
            </p:nvCxnSpPr>
            <p:spPr>
              <a:xfrm rot="5400000">
                <a:off x="78408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/>
              <p:cNvCxnSpPr/>
              <p:nvPr userDrawn="1"/>
            </p:nvCxnSpPr>
            <p:spPr>
              <a:xfrm rot="5400000">
                <a:off x="8158391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Gerader Verbinder 104"/>
              <p:cNvCxnSpPr/>
              <p:nvPr userDrawn="1"/>
            </p:nvCxnSpPr>
            <p:spPr>
              <a:xfrm rot="5400000">
                <a:off x="11713088" y="-61287"/>
                <a:ext cx="72000" cy="0"/>
              </a:xfrm>
              <a:prstGeom prst="line">
                <a:avLst/>
              </a:prstGeom>
              <a:ln w="3175"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itelplatzhalter 12"/>
          <p:cNvSpPr>
            <a:spLocks noGrp="1"/>
          </p:cNvSpPr>
          <p:nvPr userDrawn="1">
            <p:ph type="title"/>
          </p:nvPr>
        </p:nvSpPr>
        <p:spPr>
          <a:xfrm>
            <a:off x="450000" y="980728"/>
            <a:ext cx="10159263" cy="71524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1" name="Textfeld 60"/>
          <p:cNvSpPr txBox="1">
            <a:spLocks/>
          </p:cNvSpPr>
          <p:nvPr userDrawn="1"/>
        </p:nvSpPr>
        <p:spPr>
          <a:xfrm>
            <a:off x="7888288" y="6540972"/>
            <a:ext cx="38608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de-DE"/>
            </a:defPPr>
            <a:lvl1pPr algn="ctr">
              <a:defRPr sz="8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pPr algn="r"/>
            <a:r>
              <a:rPr lang="de-DE" sz="700">
                <a:solidFill>
                  <a:schemeClr val="tx1"/>
                </a:solidFill>
                <a:latin typeface="+mn-lt"/>
              </a:rPr>
              <a:t>Folie </a:t>
            </a:r>
            <a:fld id="{49C6E1B4-76A5-844A-8D6F-23019DBC3BDE}" type="slidenum">
              <a:rPr lang="de-DE" sz="700" smtClean="0">
                <a:solidFill>
                  <a:schemeClr val="tx1"/>
                </a:solidFill>
                <a:latin typeface="+mn-lt"/>
              </a:rPr>
              <a:pPr algn="r"/>
              <a:t>‹#›</a:t>
            </a:fld>
            <a:r>
              <a:rPr lang="de-DE" sz="700">
                <a:solidFill>
                  <a:schemeClr val="tx1"/>
                </a:solidFill>
                <a:latin typeface="+mn-lt"/>
              </a:rPr>
              <a:t> von 21  </a:t>
            </a:r>
          </a:p>
        </p:txBody>
      </p:sp>
      <p:sp>
        <p:nvSpPr>
          <p:cNvPr id="21" name="Textplatzhalter 20"/>
          <p:cNvSpPr>
            <a:spLocks noGrp="1"/>
          </p:cNvSpPr>
          <p:nvPr>
            <p:ph type="body" idx="1"/>
          </p:nvPr>
        </p:nvSpPr>
        <p:spPr>
          <a:xfrm>
            <a:off x="450001" y="1879302"/>
            <a:ext cx="10159262" cy="44294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Rechteck 5"/>
          <p:cNvSpPr/>
          <p:nvPr userDrawn="1"/>
        </p:nvSpPr>
        <p:spPr>
          <a:xfrm>
            <a:off x="449999" y="6533275"/>
            <a:ext cx="7426889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l" defTabSz="457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/>
              <a:t>Tinkercad</a:t>
            </a:r>
            <a:r>
              <a:rPr lang="en-US" sz="800" dirty="0"/>
              <a:t> Lectures</a:t>
            </a:r>
            <a:r>
              <a:rPr lang="de-DE" sz="700" b="0" i="0" dirty="0">
                <a:solidFill>
                  <a:schemeClr val="tx1"/>
                </a:solidFill>
                <a:latin typeface="+mn-lt"/>
                <a:cs typeface="Calibri Light"/>
              </a:rPr>
              <a:t>| Meeran Ali Khan | </a:t>
            </a:r>
            <a:fld id="{0E18A725-F6BF-4D71-AF59-076A62F2F381}" type="datetime1">
              <a:rPr lang="de-DE" sz="700" b="0" i="0" smtClean="0">
                <a:solidFill>
                  <a:schemeClr val="tx1"/>
                </a:solidFill>
                <a:latin typeface="+mn-lt"/>
                <a:cs typeface="Calibri Light"/>
              </a:rPr>
              <a:pPr marL="0" marR="0" lvl="0" indent="0" algn="l" defTabSz="457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29.11.2025</a:t>
            </a:fld>
            <a:r>
              <a:rPr lang="de-DE" sz="700" b="0" i="0" dirty="0">
                <a:solidFill>
                  <a:schemeClr val="tx1"/>
                </a:solidFill>
                <a:latin typeface="+mn-lt"/>
                <a:cs typeface="Calibri Light"/>
              </a:rPr>
              <a:t>|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7F491-2C04-E9DB-F887-D2586A71EB87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rcRect t="29990" b="32327"/>
          <a:stretch>
            <a:fillRect/>
          </a:stretch>
        </p:blipFill>
        <p:spPr>
          <a:xfrm>
            <a:off x="449999" y="104474"/>
            <a:ext cx="2272836" cy="8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7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0" r:id="rId2"/>
    <p:sldLayoutId id="2147483729" r:id="rId3"/>
    <p:sldLayoutId id="2147483699" r:id="rId4"/>
    <p:sldLayoutId id="2147483715" r:id="rId5"/>
    <p:sldLayoutId id="2147483716" r:id="rId6"/>
    <p:sldLayoutId id="2147483742" r:id="rId7"/>
    <p:sldLayoutId id="2147483723" r:id="rId8"/>
    <p:sldLayoutId id="2147483724" r:id="rId9"/>
    <p:sldLayoutId id="2147483717" r:id="rId10"/>
    <p:sldLayoutId id="2147483718" r:id="rId11"/>
    <p:sldLayoutId id="2147483702" r:id="rId12"/>
    <p:sldLayoutId id="2147483708" r:id="rId13"/>
    <p:sldLayoutId id="2147483703" r:id="rId14"/>
    <p:sldLayoutId id="2147483704" r:id="rId15"/>
    <p:sldLayoutId id="2147483705" r:id="rId16"/>
    <p:sldLayoutId id="2147483713" r:id="rId17"/>
    <p:sldLayoutId id="2147483714" r:id="rId18"/>
    <p:sldLayoutId id="2147483727" r:id="rId19"/>
    <p:sldLayoutId id="2147483728" r:id="rId20"/>
    <p:sldLayoutId id="2147483707" r:id="rId21"/>
    <p:sldLayoutId id="2147483712" r:id="rId22"/>
    <p:sldLayoutId id="2147483719" r:id="rId23"/>
    <p:sldLayoutId id="2147483720" r:id="rId24"/>
    <p:sldLayoutId id="2147483730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457200" rtl="0" eaLnBrk="1" latinLnBrk="0" hangingPunct="1">
        <a:spcBef>
          <a:spcPts val="600"/>
        </a:spcBef>
        <a:buClr>
          <a:srgbClr val="53585D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457200" rtl="0" eaLnBrk="1" latinLnBrk="0" hangingPunct="1"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79388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895350" indent="-180975" algn="l" defTabSz="457200" rtl="0" eaLnBrk="1" latinLnBrk="0" hangingPunct="1">
        <a:spcBef>
          <a:spcPts val="600"/>
        </a:spcBef>
        <a:buClr>
          <a:srgbClr val="53585D"/>
        </a:buClr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18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185" userDrawn="1">
          <p15:clr>
            <a:srgbClr val="F26B43"/>
          </p15:clr>
        </p15:guide>
        <p15:guide id="6" pos="279" userDrawn="1">
          <p15:clr>
            <a:srgbClr val="F26B43"/>
          </p15:clr>
        </p15:guide>
        <p15:guide id="7" pos="6683" userDrawn="1">
          <p15:clr>
            <a:srgbClr val="F26B43"/>
          </p15:clr>
        </p15:guide>
        <p15:guide id="10" pos="7401" userDrawn="1">
          <p15:clr>
            <a:srgbClr val="F26B43"/>
          </p15:clr>
        </p15:guide>
        <p15:guide id="11" pos="2523" userDrawn="1">
          <p15:clr>
            <a:srgbClr val="F26B43"/>
          </p15:clr>
        </p15:guide>
        <p15:guide id="12" pos="2723" userDrawn="1">
          <p15:clr>
            <a:srgbClr val="F26B43"/>
          </p15:clr>
        </p15:guide>
        <p15:guide id="13" pos="4962" userDrawn="1">
          <p15:clr>
            <a:srgbClr val="F26B43"/>
          </p15:clr>
        </p15:guide>
        <p15:guide id="14" pos="5164" userDrawn="1">
          <p15:clr>
            <a:srgbClr val="F26B43"/>
          </p15:clr>
        </p15:guide>
        <p15:guide id="15" orient="horz" pos="4110" userDrawn="1">
          <p15:clr>
            <a:srgbClr val="F26B43"/>
          </p15:clr>
        </p15:guide>
        <p15:guide id="16" orient="horz" pos="4201" userDrawn="1">
          <p15:clr>
            <a:srgbClr val="F26B43"/>
          </p15:clr>
        </p15:guide>
        <p15:guide id="17" orient="horz" pos="4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Logo-tinkercad-wordmark.sv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Tinkercad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81146B2-497F-451A-9385-F837CA0BF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0000" y="1600200"/>
            <a:ext cx="10605540" cy="602794"/>
          </a:xfrm>
        </p:spPr>
        <p:txBody>
          <a:bodyPr/>
          <a:lstStyle/>
          <a:p>
            <a:pPr algn="ctr"/>
            <a:r>
              <a:rPr lang="en-US" sz="3600" dirty="0"/>
              <a:t>Week 1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16CCFA23-AA95-4E6B-B76C-8350E7A6D1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0000" y="2953655"/>
            <a:ext cx="10636251" cy="369332"/>
          </a:xfrm>
        </p:spPr>
        <p:txBody>
          <a:bodyPr/>
          <a:lstStyle/>
          <a:p>
            <a:pPr algn="ctr"/>
            <a:r>
              <a:rPr lang="en-US" dirty="0"/>
              <a:t>Introduction to </a:t>
            </a:r>
            <a:r>
              <a:rPr lang="en-US" dirty="0" err="1"/>
              <a:t>Tinkercad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921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449263" y="1881188"/>
            <a:ext cx="4656137" cy="4429125"/>
          </a:xfrm>
        </p:spPr>
        <p:txBody>
          <a:bodyPr>
            <a:noAutofit/>
          </a:bodyPr>
          <a:lstStyle/>
          <a:p>
            <a:r>
              <a:rPr lang="en-US" sz="1600" dirty="0"/>
              <a:t>What is 3D modeling?</a:t>
            </a:r>
          </a:p>
          <a:p>
            <a:r>
              <a:rPr lang="en-US" sz="1600" dirty="0"/>
              <a:t>What is </a:t>
            </a:r>
            <a:r>
              <a:rPr lang="en-US" sz="1600" dirty="0" err="1"/>
              <a:t>Tinkercad</a:t>
            </a:r>
            <a:r>
              <a:rPr lang="en-US" sz="1600" dirty="0"/>
              <a:t>?</a:t>
            </a:r>
          </a:p>
          <a:p>
            <a:r>
              <a:rPr lang="en-US" sz="1600" dirty="0"/>
              <a:t>Why </a:t>
            </a:r>
            <a:r>
              <a:rPr lang="en-US" sz="1600" dirty="0" err="1"/>
              <a:t>Tinkercad</a:t>
            </a:r>
            <a:r>
              <a:rPr lang="en-US" sz="1600" dirty="0"/>
              <a:t>?</a:t>
            </a:r>
          </a:p>
          <a:p>
            <a:r>
              <a:rPr lang="en-US" sz="1600" dirty="0"/>
              <a:t>Interface Basics</a:t>
            </a:r>
          </a:p>
          <a:p>
            <a:r>
              <a:rPr lang="en-US" sz="1600" dirty="0"/>
              <a:t>Navigating the workspace</a:t>
            </a:r>
          </a:p>
          <a:p>
            <a:r>
              <a:rPr lang="en-US" sz="1600" dirty="0"/>
              <a:t>Basic shapes</a:t>
            </a:r>
          </a:p>
          <a:p>
            <a:r>
              <a:rPr lang="en-US" sz="1600" dirty="0"/>
              <a:t>Group and Ungroup</a:t>
            </a:r>
          </a:p>
          <a:p>
            <a:r>
              <a:rPr lang="en-US" sz="1600" dirty="0"/>
              <a:t>Holes / Slots</a:t>
            </a:r>
          </a:p>
          <a:p>
            <a:r>
              <a:rPr lang="en-US" sz="1600" dirty="0"/>
              <a:t>Task: Nameplate / Keychain</a:t>
            </a:r>
          </a:p>
          <a:p>
            <a:r>
              <a:rPr lang="en-US" sz="1600" dirty="0"/>
              <a:t>Assignment (Optional)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712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701A1-6DBB-DA33-5835-09CA0EB6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3D modeling?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A0B2-80EC-B385-E5FE-A123B395F8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Creating digital 3D objects</a:t>
            </a:r>
          </a:p>
          <a:p>
            <a:r>
              <a:rPr lang="en-US" dirty="0"/>
              <a:t>Used in engineering, product design, games, movies</a:t>
            </a:r>
          </a:p>
          <a:p>
            <a:r>
              <a:rPr lang="en-US" dirty="0"/>
              <a:t>Foundation for 3D printing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50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FA07-DF11-C0FF-A599-003D262E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Tinkercad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8B02A-B6F3-BDE6-01C7-79FA09F4DE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Free, web-based 3D design tool</a:t>
            </a:r>
          </a:p>
          <a:p>
            <a:r>
              <a:rPr lang="en-US" dirty="0"/>
              <a:t>Beginner-friendly</a:t>
            </a:r>
          </a:p>
          <a:p>
            <a:r>
              <a:rPr lang="en-US" dirty="0"/>
              <a:t>Works on any browser</a:t>
            </a:r>
          </a:p>
        </p:txBody>
      </p:sp>
    </p:spTree>
    <p:extLst>
      <p:ext uri="{BB962C8B-B14F-4D97-AF65-F5344CB8AC3E}">
        <p14:creationId xmlns:p14="http://schemas.microsoft.com/office/powerpoint/2010/main" val="356408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1C73-3337-DB0A-0BF4-6B98FA21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Tinkercad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4CF47-D442-AE61-7734-2F4588EB7F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Simple interface</a:t>
            </a:r>
          </a:p>
          <a:p>
            <a:r>
              <a:rPr lang="en-US" dirty="0"/>
              <a:t>Teaches core modeling concepts</a:t>
            </a:r>
          </a:p>
          <a:p>
            <a:r>
              <a:rPr lang="en-US" dirty="0"/>
              <a:t>Fast results</a:t>
            </a:r>
          </a:p>
          <a:p>
            <a:r>
              <a:rPr lang="en-US" dirty="0"/>
              <a:t>Perfect transition into advanced CAD</a:t>
            </a:r>
          </a:p>
        </p:txBody>
      </p:sp>
    </p:spTree>
    <p:extLst>
      <p:ext uri="{BB962C8B-B14F-4D97-AF65-F5344CB8AC3E}">
        <p14:creationId xmlns:p14="http://schemas.microsoft.com/office/powerpoint/2010/main" val="5707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801F-DFE2-E008-246A-E6893DB4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350BD-E3A0-3695-E0C8-6A4A18756C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Workplane</a:t>
            </a:r>
            <a:endParaRPr lang="en-US" dirty="0"/>
          </a:p>
          <a:p>
            <a:r>
              <a:rPr lang="en-US" dirty="0"/>
              <a:t>Shapes panel</a:t>
            </a:r>
          </a:p>
          <a:p>
            <a:r>
              <a:rPr lang="en-US" dirty="0"/>
              <a:t>Toolbar (Group, Align, Mirror)</a:t>
            </a:r>
          </a:p>
          <a:p>
            <a:r>
              <a:rPr lang="en-US" dirty="0"/>
              <a:t>Navigation tools</a:t>
            </a:r>
          </a:p>
        </p:txBody>
      </p:sp>
    </p:spTree>
    <p:extLst>
      <p:ext uri="{BB962C8B-B14F-4D97-AF65-F5344CB8AC3E}">
        <p14:creationId xmlns:p14="http://schemas.microsoft.com/office/powerpoint/2010/main" val="333695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CD3A-EEAB-881F-B705-07BAB96E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the workspace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6C284-5CD5-57DA-8174-FA3DB7FA81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Right-click: rotate view</a:t>
            </a:r>
          </a:p>
          <a:p>
            <a:r>
              <a:rPr lang="en-US" dirty="0"/>
              <a:t>Mouse wheel: zoom</a:t>
            </a:r>
          </a:p>
          <a:p>
            <a:r>
              <a:rPr lang="en-US" dirty="0"/>
              <a:t>Shift + right-click: pan</a:t>
            </a:r>
          </a:p>
          <a:p>
            <a:r>
              <a:rPr lang="en-US" dirty="0"/>
              <a:t>Fit view (F key)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28584-AB9B-8837-6007-AC9CF44FE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479" y="2167490"/>
            <a:ext cx="1066949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B64C0-607E-2936-0FAF-B958AC68F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79" y="3429000"/>
            <a:ext cx="3277531" cy="2719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77F3D-010F-FF7F-AC8A-A7ADED86A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766" y="4788826"/>
            <a:ext cx="2219635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51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52C6-4555-296F-5860-5A2F0FAA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shapes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ED321-7251-4F86-D885-C2D07AD3E3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Cubes, cylinders, spheres</a:t>
            </a:r>
          </a:p>
          <a:p>
            <a:r>
              <a:rPr lang="en-US" dirty="0"/>
              <a:t>Move, scale, rotate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7D770-EFB2-BF19-F699-F6E71ECCA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474" y="1338352"/>
            <a:ext cx="1905578" cy="509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5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1D84-16BB-50F3-C45D-67333433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and Ungroup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67082-7C68-5A83-1796-A5A1525EDB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Combine shapes</a:t>
            </a:r>
          </a:p>
          <a:p>
            <a:r>
              <a:rPr lang="en-US" dirty="0"/>
              <a:t>Remove (subtractive) shapes</a:t>
            </a:r>
          </a:p>
          <a:p>
            <a:r>
              <a:rPr lang="en-US" dirty="0"/>
              <a:t>Create complex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14B23-DCC6-C7F5-7C96-A52F2B678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484" y="1472113"/>
            <a:ext cx="800743" cy="818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4BC225-23F6-E4D4-6ABC-35353C0B7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114" y="1437298"/>
            <a:ext cx="800743" cy="852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2A0BAF-0CDC-B7D4-7F76-308E73DA7961}"/>
              </a:ext>
            </a:extLst>
          </p:cNvPr>
          <p:cNvSpPr txBox="1"/>
          <p:nvPr/>
        </p:nvSpPr>
        <p:spPr>
          <a:xfrm>
            <a:off x="8707773" y="2475474"/>
            <a:ext cx="1149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3585D"/>
                </a:solidFill>
              </a:rPr>
              <a:t>Ctrl + 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35270F-A15E-7C86-DBFD-26571576B498}"/>
              </a:ext>
            </a:extLst>
          </p:cNvPr>
          <p:cNvSpPr txBox="1"/>
          <p:nvPr/>
        </p:nvSpPr>
        <p:spPr>
          <a:xfrm>
            <a:off x="10031242" y="2475474"/>
            <a:ext cx="15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3585D"/>
                </a:solidFill>
              </a:rPr>
              <a:t>Ctrl + Shift+ 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DCE2459-80F7-635C-C6BD-C0653E4BD938}"/>
                  </a:ext>
                </a:extLst>
              </p14:cNvPr>
              <p14:cNvContentPartPr/>
              <p14:nvPr/>
            </p14:nvContentPartPr>
            <p14:xfrm>
              <a:off x="6582240" y="3753000"/>
              <a:ext cx="2194200" cy="1796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DCE2459-80F7-635C-C6BD-C0653E4BD9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72880" y="3743640"/>
                <a:ext cx="2212920" cy="181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68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1F2B-3CF5-A306-3E71-FC27DA01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Holes / Slots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79EA3-AEC8-64EA-8AFE-3D06E9114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Turn shapes into cutters</a:t>
            </a:r>
          </a:p>
          <a:p>
            <a:r>
              <a:rPr lang="en-US" dirty="0"/>
              <a:t>Make openings and slots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1A334-D578-17A5-32A6-B0C965156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519" y="1695977"/>
            <a:ext cx="3425387" cy="179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3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094A-F8C3-CCD7-A71E-C3E759A9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Nameplate / Keychain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4FAC9-723D-FAB8-B187-45B9BF096C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Add box + resize</a:t>
            </a:r>
          </a:p>
          <a:p>
            <a:r>
              <a:rPr lang="en-US" dirty="0"/>
              <a:t>Add text</a:t>
            </a:r>
          </a:p>
          <a:p>
            <a:r>
              <a:rPr lang="en-US" dirty="0"/>
              <a:t>Add ring</a:t>
            </a:r>
          </a:p>
          <a:p>
            <a:r>
              <a:rPr lang="en-US" dirty="0"/>
              <a:t>Group &amp; export STL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DDD3C-0C5F-0C20-9886-EA59655CA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664" y="1881188"/>
            <a:ext cx="2964073" cy="1928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C3666A-2BB2-3512-BB68-809D810A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310" y="4405867"/>
            <a:ext cx="3250778" cy="147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5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87D5-1439-7D1C-64F9-E77AE072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BD902-DA73-EBE2-0B56-B64D1EA79C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Create 3 models with:</a:t>
            </a:r>
          </a:p>
          <a:p>
            <a:r>
              <a:rPr lang="en-US" dirty="0"/>
              <a:t>5+ shapes</a:t>
            </a:r>
          </a:p>
          <a:p>
            <a:r>
              <a:rPr lang="en-US" dirty="0"/>
              <a:t>1 hole</a:t>
            </a:r>
          </a:p>
          <a:p>
            <a:r>
              <a:rPr lang="en-US" dirty="0"/>
              <a:t>Grouping</a:t>
            </a:r>
          </a:p>
        </p:txBody>
      </p:sp>
    </p:spTree>
    <p:extLst>
      <p:ext uri="{BB962C8B-B14F-4D97-AF65-F5344CB8AC3E}">
        <p14:creationId xmlns:p14="http://schemas.microsoft.com/office/powerpoint/2010/main" val="298626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7AFF-EFB0-1260-A966-81CFDC16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DE28D-699D-BA81-CCC7-F3223D45D6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>
                <a:hlinkClick r:id="rId3"/>
              </a:rPr>
              <a:t>File:Logo-tinkercad-wordmark.svg - Wikimedia Commons</a:t>
            </a:r>
            <a:endParaRPr lang="en-US" sz="1600" dirty="0"/>
          </a:p>
          <a:p>
            <a:pPr marL="444500" lvl="1" indent="-266700" defTabSz="914400" eaLnBrk="0" fontAlgn="base" hangingPunc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alibri" pitchFamily="34" charset="0"/>
              <a:buChar char="•"/>
              <a:defRPr/>
            </a:pPr>
            <a:r>
              <a:rPr lang="en-US" sz="1600" dirty="0" err="1">
                <a:hlinkClick r:id="rId4"/>
              </a:rPr>
              <a:t>Tinkercad</a:t>
            </a:r>
            <a:r>
              <a:rPr lang="en-US" sz="1600" dirty="0">
                <a:hlinkClick r:id="rId4"/>
              </a:rPr>
              <a:t> - Wikipedia</a:t>
            </a:r>
            <a:endParaRPr lang="en-US" sz="1600" dirty="0">
              <a:solidFill>
                <a:srgbClr val="5358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604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316A0E-6D62-A034-F20C-5F0D0D99AB25}"/>
              </a:ext>
            </a:extLst>
          </p:cNvPr>
          <p:cNvSpPr txBox="1"/>
          <p:nvPr/>
        </p:nvSpPr>
        <p:spPr>
          <a:xfrm>
            <a:off x="2973198" y="1997839"/>
            <a:ext cx="6245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i="1">
                <a:solidFill>
                  <a:srgbClr val="53585D"/>
                </a:solidFill>
                <a:latin typeface="Gabriola" panose="04040605051002020D02" pitchFamily="82" charset="0"/>
                <a:cs typeface="Calibri" panose="020F0502020204030204" pitchFamily="34" charset="0"/>
              </a:rPr>
              <a:t>Thank You </a:t>
            </a:r>
          </a:p>
          <a:p>
            <a:pPr algn="ctr"/>
            <a:endParaRPr lang="en-US" sz="6000" i="1">
              <a:solidFill>
                <a:srgbClr val="53585D"/>
              </a:solidFill>
              <a:latin typeface="Gabriola" panose="04040605051002020D02" pitchFamily="82" charset="0"/>
              <a:cs typeface="Calibri" panose="020F0502020204030204" pitchFamily="34" charset="0"/>
            </a:endParaRPr>
          </a:p>
          <a:p>
            <a:pPr algn="ctr"/>
            <a:r>
              <a:rPr lang="en-US" sz="6000" i="1">
                <a:solidFill>
                  <a:srgbClr val="53585D"/>
                </a:solidFill>
                <a:latin typeface="Gabriola" panose="04040605051002020D02" pitchFamily="82" charset="0"/>
                <a:cs typeface="Calibri" panose="020F0502020204030204" pitchFamily="34" charset="0"/>
              </a:rPr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1866199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FORMATS" val="&lt;?xml version=&quot;1.0&quot; encoding=&quot;utf-8&quot;?&gt;&lt;MekkoFormats&gt;&lt;NumberFormat DecimalSeparator=&quot;,&quot; ThousandSeparator=&quot;.&quot; NegativeNumberFormat=&quot;1&quot; /&gt;&lt;/MekkoFormats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olienmaster">
  <a:themeElements>
    <a:clrScheme name="KUKA-Designfarben">
      <a:dk1>
        <a:srgbClr val="53585D"/>
      </a:dk1>
      <a:lt1>
        <a:sysClr val="window" lastClr="FFFFFF"/>
      </a:lt1>
      <a:dk2>
        <a:srgbClr val="ABB0B4"/>
      </a:dk2>
      <a:lt2>
        <a:srgbClr val="F2F2F2"/>
      </a:lt2>
      <a:accent1>
        <a:srgbClr val="A4A7AA"/>
      </a:accent1>
      <a:accent2>
        <a:srgbClr val="2B5885"/>
      </a:accent2>
      <a:accent3>
        <a:srgbClr val="2B3035"/>
      </a:accent3>
      <a:accent4>
        <a:srgbClr val="676C71"/>
      </a:accent4>
      <a:accent5>
        <a:srgbClr val="B8D0E8"/>
      </a:accent5>
      <a:accent6>
        <a:srgbClr val="FF5800"/>
      </a:accent6>
      <a:hlink>
        <a:srgbClr val="737B82"/>
      </a:hlink>
      <a:folHlink>
        <a:srgbClr val="E4E5E6"/>
      </a:folHlink>
    </a:clrScheme>
    <a:fontScheme name="KUK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FF5800"/>
            </a:gs>
            <a:gs pos="100000">
              <a:srgbClr val="FF4100"/>
            </a:gs>
          </a:gsLst>
          <a:lin ang="18900000" scaled="1"/>
          <a:tileRect/>
        </a:gradFill>
        <a:ln>
          <a:noFill/>
        </a:ln>
        <a:effectLst/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rgbClr val="53585D"/>
            </a:solidFill>
          </a:defRPr>
        </a:defPPr>
      </a:lstStyle>
    </a:tx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  <a:extLst>
    <a:ext uri="{05A4C25C-085E-4340-85A3-A5531E510DB2}">
      <thm15:themeFamily xmlns:thm15="http://schemas.microsoft.com/office/thememl/2012/main" name="Präsentation1" id="{EE8F2CCF-6A0B-45E2-BC04-D672E9C2EC71}" vid="{EE7BF709-BE7E-41DD-A3B0-4980E000636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KUKA Orange">
      <a:srgbClr val="FF5800"/>
    </a:custClr>
    <a:custClr name="Grau dunkel">
      <a:srgbClr val="2B3035"/>
    </a:custClr>
    <a:custClr name="Blau dunkel">
      <a:srgbClr val="2B5885"/>
    </a:custClr>
    <a:custClr name="Blau">
      <a:srgbClr val="499ECE"/>
    </a:custClr>
    <a:custClr name="Blau hell">
      <a:srgbClr val="B8D0E8"/>
    </a:custClr>
    <a:custClr name="Petrol dunkel">
      <a:srgbClr val="3C8C78"/>
    </a:custClr>
    <a:custClr name="Petrol">
      <a:srgbClr val="6EC8A0"/>
    </a:custClr>
    <a:custClr name="Petrol hell">
      <a:srgbClr val="CDF5DC"/>
    </a:custClr>
    <a:custClr name="Lila dunkel">
      <a:srgbClr val="9F547D"/>
    </a:custClr>
    <a:custClr name="Gelb dunkel">
      <a:srgbClr val="E8B721"/>
    </a:custClr>
    <a:custClr name="Rot dunkel">
      <a:srgbClr val="C6323F"/>
    </a:custClr>
    <a:custClr name="Grün hell">
      <a:srgbClr val="309630"/>
    </a:custClr>
    <a:custClr name="Ampel rot">
      <a:srgbClr val="B40000"/>
    </a:custClr>
    <a:custClr name="Ampel gelb">
      <a:srgbClr val="FFCD00"/>
    </a:custClr>
    <a:custClr name="Ampel grün">
      <a:srgbClr val="00780A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903e209fed84228aefc53c07bbc4291 xmlns="066993b7-1e88-4ec3-ab8d-619e678a1c4e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63b510b2-7cf4-43ed-914e-4e3974d71197</TermId>
        </TermInfo>
        <TermInfo xmlns="http://schemas.microsoft.com/office/infopath/2007/PartnerControls">
          <TermName xmlns="http://schemas.microsoft.com/office/infopath/2007/PartnerControls">Student</TermName>
          <TermId xmlns="http://schemas.microsoft.com/office/infopath/2007/PartnerControls">dea9215a-9575-49db-b186-7e4f93fc2d3d</TermId>
        </TermInfo>
      </Terms>
    </i903e209fed84228aefc53c07bbc4291>
    <TaxCatchAll xmlns="506c2b08-a0f9-4917-8efa-9f374b8a35b1">
      <Value>2</Value>
      <Value>3</Value>
    </TaxCatchAll>
    <_x0068_ca5 xmlns="066993b7-1e88-4ec3-ab8d-619e678a1c4e" xsi:nil="true"/>
    <lcf76f155ced4ddcb4097134ff3c332f xmlns="066993b7-1e88-4ec3-ab8d-619e678a1c4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C8D9CDDC72AD541B4C07FC0070ADE77" ma:contentTypeVersion="20" ma:contentTypeDescription="Ein neues Dokument erstellen." ma:contentTypeScope="" ma:versionID="7709a8cf9e17d6a947b9b9c570adde9f">
  <xsd:schema xmlns:xsd="http://www.w3.org/2001/XMLSchema" xmlns:xs="http://www.w3.org/2001/XMLSchema" xmlns:p="http://schemas.microsoft.com/office/2006/metadata/properties" xmlns:ns2="066993b7-1e88-4ec3-ab8d-619e678a1c4e" xmlns:ns3="506c2b08-a0f9-4917-8efa-9f374b8a35b1" targetNamespace="http://schemas.microsoft.com/office/2006/metadata/properties" ma:root="true" ma:fieldsID="fd13155ad8c359803de3ce2520e502ed" ns2:_="" ns3:_="">
    <xsd:import namespace="066993b7-1e88-4ec3-ab8d-619e678a1c4e"/>
    <xsd:import namespace="506c2b08-a0f9-4917-8efa-9f374b8a35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i903e209fed84228aefc53c07bbc4291" minOccurs="0"/>
                <xsd:element ref="ns3:TaxCatchAll" minOccurs="0"/>
                <xsd:element ref="ns2:_x0068_ca5" minOccurs="0"/>
                <xsd:element ref="ns2:lcf76f155ced4ddcb4097134ff3c332f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993b7-1e88-4ec3-ab8d-619e678a1c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903e209fed84228aefc53c07bbc4291" ma:index="20" nillable="true" ma:taxonomy="true" ma:internalName="i903e209fed84228aefc53c07bbc4291" ma:taxonomyFieldName="tag" ma:displayName="tag" ma:readOnly="false" ma:default="" ma:fieldId="{2903e209-fed8-4228-aefc-53c07bbc4291}" ma:taxonomyMulti="true" ma:sspId="12b9b26c-3cee-443e-b974-cf8ae65fbdc1" ma:termSetId="29442e28-53ff-4623-a0ce-3145ceee7845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_x0068_ca5" ma:index="22" nillable="true" ma:displayName="Nummer" ma:internalName="_x0068_ca5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Bildmarkierungen" ma:readOnly="false" ma:fieldId="{5cf76f15-5ced-4ddc-b409-7134ff3c332f}" ma:taxonomyMulti="true" ma:sspId="12b9b26c-3cee-443e-b974-cf8ae65fbd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6c2b08-a0f9-4917-8efa-9f374b8a35b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8895988-6741-4110-bca3-56d56002df6f}" ma:internalName="TaxCatchAll" ma:showField="CatchAllData" ma:web="506c2b08-a0f9-4917-8efa-9f374b8a35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5DC53D-C7D0-44C6-92C4-773B9015818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06c2b08-a0f9-4917-8efa-9f374b8a35b1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066993b7-1e88-4ec3-ab8d-619e678a1c4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571D834-4B00-49F7-9E5C-D08B88A4D7F9}">
  <ds:schemaRefs>
    <ds:schemaRef ds:uri="066993b7-1e88-4ec3-ab8d-619e678a1c4e"/>
    <ds:schemaRef ds:uri="506c2b08-a0f9-4917-8efa-9f374b8a35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2E3DD74-1EFA-48E8-9D1B-9CF44FA9A8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WSKL_Presentation</Template>
  <TotalTime>5656</TotalTime>
  <Words>241</Words>
  <Application>Microsoft Office PowerPoint</Application>
  <PresentationFormat>Widescreen</PresentationFormat>
  <Paragraphs>65</Paragraphs>
  <Slides>14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CMR12</vt:lpstr>
      <vt:lpstr>Gabriola</vt:lpstr>
      <vt:lpstr>Symbol</vt:lpstr>
      <vt:lpstr>Wingdings</vt:lpstr>
      <vt:lpstr>Folienmaster</vt:lpstr>
      <vt:lpstr>think-cell Folie</vt:lpstr>
      <vt:lpstr>PowerPoint Presentation</vt:lpstr>
      <vt:lpstr>Agenda</vt:lpstr>
      <vt:lpstr>What is 3D modeling?</vt:lpstr>
      <vt:lpstr>What is Tinkercad?</vt:lpstr>
      <vt:lpstr>Why Tinkercad?</vt:lpstr>
      <vt:lpstr>Interface Basics</vt:lpstr>
      <vt:lpstr>Navigating the workspace</vt:lpstr>
      <vt:lpstr>Basic shapes</vt:lpstr>
      <vt:lpstr>Group and Ungroup</vt:lpstr>
      <vt:lpstr>Holes / Slots</vt:lpstr>
      <vt:lpstr>Task: Nameplate / Keychain</vt:lpstr>
      <vt:lpstr>Assignment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MEERAN ALI- KHAN</dc:creator>
  <cp:lastModifiedBy>MEERAN ALI- KHAN</cp:lastModifiedBy>
  <cp:revision>68</cp:revision>
  <cp:lastPrinted>2024-12-03T21:16:50Z</cp:lastPrinted>
  <dcterms:created xsi:type="dcterms:W3CDTF">2024-04-12T19:15:39Z</dcterms:created>
  <dcterms:modified xsi:type="dcterms:W3CDTF">2025-11-29T21:28:12Z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0x0101006C8D9CDDC72AD541B4C07FC0070ADE77</vt:lpwstr>
  </property>
  <property fmtid="{D5CDD505-2E9C-101B-9397-08002B2CF9AE}" pid="3" name="tag">
    <vt:lpwstr>2;#Powerpoint|63b510b2-7cf4-43ed-914e-4e3974d71197;#3;#Student|dea9215a-9575-49db-b186-7e4f93fc2d3d</vt:lpwstr>
  </property>
</Properties>
</file>