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330" r:id="rId5"/>
    <p:sldId id="329" r:id="rId6"/>
    <p:sldId id="364" r:id="rId7"/>
    <p:sldId id="353" r:id="rId8"/>
    <p:sldId id="363" r:id="rId9"/>
    <p:sldId id="366" r:id="rId10"/>
    <p:sldId id="354" r:id="rId11"/>
    <p:sldId id="367" r:id="rId12"/>
    <p:sldId id="362" r:id="rId13"/>
    <p:sldId id="368" r:id="rId14"/>
    <p:sldId id="346" r:id="rId15"/>
    <p:sldId id="352" r:id="rId16"/>
  </p:sldIdLst>
  <p:sldSz cx="12192000" cy="6858000"/>
  <p:notesSz cx="7315200" cy="9601200"/>
  <p:custDataLst>
    <p:tags r:id="rId19"/>
  </p:custDataLst>
  <p:defaultTextStyle>
    <a:defPPr>
      <a:defRPr lang="de-DE"/>
    </a:defPPr>
    <a:lvl1pPr marL="0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6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33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92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50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08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66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" id="{66C6D4F7-67C4-4C49-AF1B-2FFD9C9683A2}">
          <p14:sldIdLst>
            <p14:sldId id="330"/>
          </p14:sldIdLst>
        </p14:section>
        <p14:section name="Allgemein" id="{A318546E-EA3E-3045-BC6B-CC56B9C3DAA3}">
          <p14:sldIdLst>
            <p14:sldId id="329"/>
            <p14:sldId id="364"/>
            <p14:sldId id="353"/>
            <p14:sldId id="363"/>
            <p14:sldId id="366"/>
            <p14:sldId id="354"/>
            <p14:sldId id="367"/>
            <p14:sldId id="362"/>
            <p14:sldId id="368"/>
            <p14:sldId id="346"/>
            <p14:sldId id="35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85D"/>
    <a:srgbClr val="3C3C3C"/>
    <a:srgbClr val="718A34"/>
    <a:srgbClr val="CF191E"/>
    <a:srgbClr val="EA0E10"/>
    <a:srgbClr val="1804B3"/>
    <a:srgbClr val="DCDEE0"/>
    <a:srgbClr val="FF5800"/>
    <a:srgbClr val="737B82"/>
    <a:srgbClr val="B9BD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AF606853-7671-496A-8E4F-DF71F8EC918B}" styleName="Dunkle Formatvorlage 1 - Akz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ittlere Formatvorlage 1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ittlere Formatvorlage 3 - 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Designformatvorlage 2 - Akz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FD4443E-F989-4FC4-A0C8-D5A2AF1F390B}" styleName="Dunkle Formatvorlage 1 - Akz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unkle Formatvorlage 1 - Akz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ittlere Formatvorlage 4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Designformatvorlage 2 - Akz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929F9F4-4A8F-4326-A1B4-22849713DDAB}" styleName="Dunkle Formatvorlage 1 - Akz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5" autoAdjust="0"/>
    <p:restoredTop sz="61368" autoAdjust="0"/>
  </p:normalViewPr>
  <p:slideViewPr>
    <p:cSldViewPr snapToGrid="0">
      <p:cViewPr varScale="1">
        <p:scale>
          <a:sx n="72" d="100"/>
          <a:sy n="72" d="100"/>
        </p:scale>
        <p:origin x="64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ran Ali Khan" userId="S::meeranali.khan@smartfactory.de::6d22cf54-2bd3-47f2-bacd-911861af4424" providerId="AD" clId="Web-{7E2C8DFC-9485-4836-2E8A-02F37E7FE7DB}"/>
    <pc:docChg chg="modSld">
      <pc:chgData name="Meeran Ali Khan" userId="S::meeranali.khan@smartfactory.de::6d22cf54-2bd3-47f2-bacd-911861af4424" providerId="AD" clId="Web-{7E2C8DFC-9485-4836-2E8A-02F37E7FE7DB}" dt="2024-06-06T08:55:23.794" v="0"/>
      <pc:docMkLst>
        <pc:docMk/>
      </pc:docMkLst>
      <pc:sldChg chg="modNotes">
        <pc:chgData name="Meeran Ali Khan" userId="S::meeranali.khan@smartfactory.de::6d22cf54-2bd3-47f2-bacd-911861af4424" providerId="AD" clId="Web-{7E2C8DFC-9485-4836-2E8A-02F37E7FE7DB}" dt="2024-06-06T08:55:23.794" v="0"/>
        <pc:sldMkLst>
          <pc:docMk/>
          <pc:sldMk cId="2186619959" sldId="35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r">
              <a:defRPr sz="1300"/>
            </a:lvl1pPr>
          </a:lstStyle>
          <a:p>
            <a:fld id="{D5877BEA-FA5E-1B42-A13D-40AB379A1490}" type="datetimeFigureOut">
              <a:rPr lang="de-DE" smtClean="0"/>
              <a:t>06.12.2025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r">
              <a:defRPr sz="1300"/>
            </a:lvl1pPr>
          </a:lstStyle>
          <a:p>
            <a:fld id="{EC02C7C3-2692-2249-A40F-022AEAA21B8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2181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r">
              <a:defRPr sz="1300"/>
            </a:lvl1pPr>
          </a:lstStyle>
          <a:p>
            <a:fld id="{60D87F2F-7E9B-5340-9267-0CCBE9616764}" type="datetimeFigureOut">
              <a:rPr lang="de-DE" smtClean="0"/>
              <a:t>06.12.2025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6" rIns="96653" bIns="48326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6" rIns="96653" bIns="48326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r">
              <a:defRPr sz="1300"/>
            </a:lvl1pPr>
          </a:lstStyle>
          <a:p>
            <a:fld id="{25CBCFFD-BB00-CC40-8AFD-EB9D88805D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5995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6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3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2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0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8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6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060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830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264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02039" indent="-302039">
              <a:buFontTx/>
              <a:buChar char="-"/>
            </a:pPr>
            <a:endParaRPr lang="en-US" sz="1900" dirty="0">
              <a:latin typeface="CMR12"/>
            </a:endParaRPr>
          </a:p>
        </p:txBody>
      </p:sp>
    </p:spTree>
    <p:extLst>
      <p:ext uri="{BB962C8B-B14F-4D97-AF65-F5344CB8AC3E}">
        <p14:creationId xmlns:p14="http://schemas.microsoft.com/office/powerpoint/2010/main" val="2188920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50000" y="2132857"/>
            <a:ext cx="10605540" cy="641201"/>
          </a:xfrm>
          <a:prstGeom prst="rect">
            <a:avLst/>
          </a:prstGeom>
        </p:spPr>
        <p:txBody>
          <a:bodyPr vert="horz" lIns="0" tIns="0" rIns="0" anchor="t" anchorCtr="0">
            <a:spAutoFit/>
          </a:bodyPr>
          <a:lstStyle>
            <a:lvl1pPr marL="0" indent="0" algn="l">
              <a:lnSpc>
                <a:spcPts val="5000"/>
              </a:lnSpc>
              <a:spcBef>
                <a:spcPts val="0"/>
              </a:spcBef>
              <a:buFontTx/>
              <a:buNone/>
              <a:defRPr sz="5000" baseline="0">
                <a:solidFill>
                  <a:schemeClr val="tx1"/>
                </a:solidFill>
                <a:latin typeface="Calibri"/>
              </a:defRPr>
            </a:lvl1pPr>
          </a:lstStyle>
          <a:p>
            <a:pPr lvl="0"/>
            <a:r>
              <a:rPr lang="de-DE"/>
              <a:t>Präsentationstitel einfügen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2953655"/>
            <a:ext cx="1063625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Präsentations-</a:t>
            </a:r>
            <a:r>
              <a:rPr lang="de-DE" err="1"/>
              <a:t>Subtitel</a:t>
            </a:r>
            <a:r>
              <a:rPr lang="de-DE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47642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655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liederung-Zeic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11299825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741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-Zah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442913" y="1881188"/>
            <a:ext cx="11306175" cy="4427537"/>
          </a:xfrm>
        </p:spPr>
        <p:txBody>
          <a:bodyPr/>
          <a:lstStyle>
            <a:lvl1pPr marL="266700" indent="-266700">
              <a:buFont typeface="+mj-lt"/>
              <a:buAutoNum type="arabicPeriod"/>
              <a:defRPr/>
            </a:lvl1pPr>
            <a:lvl2pPr marL="538163" indent="-271463">
              <a:buFont typeface="+mj-lt"/>
              <a:buAutoNum type="alphaLcPeriod"/>
              <a:defRPr/>
            </a:lvl2pPr>
            <a:lvl3pPr marL="804863" indent="-266700">
              <a:buFont typeface="+mj-lt"/>
              <a:buAutoNum type="romanLcPeriod"/>
              <a:defRPr/>
            </a:lvl3pPr>
            <a:lvl4pPr marL="984250" indent="-179388">
              <a:buFont typeface="Symbol" panose="05050102010706020507" pitchFamily="18" charset="2"/>
              <a:buChar char="-"/>
              <a:defRPr/>
            </a:lvl4pPr>
            <a:lvl5pPr marL="1255713" indent="-271463">
              <a:buFont typeface="Symbol" panose="05050102010706020507" pitchFamily="18" charset="2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49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Überschrift+2-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5752124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25" hasCustomPrompt="1"/>
          </p:nvPr>
        </p:nvSpPr>
        <p:spPr>
          <a:xfrm>
            <a:off x="450000" y="5773783"/>
            <a:ext cx="4775149" cy="53494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16" name="Textplatzhalter 7"/>
          <p:cNvSpPr>
            <a:spLocks noGrp="1"/>
          </p:cNvSpPr>
          <p:nvPr>
            <p:ph type="body" sz="quarter" idx="26" hasCustomPrompt="1"/>
          </p:nvPr>
        </p:nvSpPr>
        <p:spPr>
          <a:xfrm>
            <a:off x="5838522" y="5773783"/>
            <a:ext cx="4775149" cy="53494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9" name="Bildplatzhalter 3"/>
          <p:cNvSpPr>
            <a:spLocks noGrp="1"/>
          </p:cNvSpPr>
          <p:nvPr>
            <p:ph type="pic" sz="quarter" idx="28"/>
          </p:nvPr>
        </p:nvSpPr>
        <p:spPr>
          <a:xfrm>
            <a:off x="450000" y="3429000"/>
            <a:ext cx="4775149" cy="23447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29"/>
          </p:nvPr>
        </p:nvSpPr>
        <p:spPr>
          <a:xfrm>
            <a:off x="5838522" y="3429000"/>
            <a:ext cx="4775149" cy="23447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31"/>
          </p:nvPr>
        </p:nvSpPr>
        <p:spPr>
          <a:xfrm>
            <a:off x="442913" y="1881188"/>
            <a:ext cx="4781550" cy="1547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32"/>
          </p:nvPr>
        </p:nvSpPr>
        <p:spPr>
          <a:xfrm>
            <a:off x="5838825" y="1881188"/>
            <a:ext cx="4775200" cy="1547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670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Überschrift+3-Spalten+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50000" y="1879301"/>
            <a:ext cx="3554696" cy="1041883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/>
              <a:t>Überschrift einfügen</a:t>
            </a:r>
          </a:p>
        </p:txBody>
      </p:sp>
      <p:sp>
        <p:nvSpPr>
          <p:cNvPr id="12" name="Textplatzhalter 4"/>
          <p:cNvSpPr>
            <a:spLocks noGrp="1"/>
          </p:cNvSpPr>
          <p:nvPr>
            <p:ph type="body" sz="quarter" idx="24" hasCustomPrompt="1"/>
          </p:nvPr>
        </p:nvSpPr>
        <p:spPr>
          <a:xfrm>
            <a:off x="4322196" y="1879301"/>
            <a:ext cx="3554696" cy="1041883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/>
              <a:t>Überschrift einfügen</a:t>
            </a:r>
          </a:p>
        </p:txBody>
      </p:sp>
      <p:sp>
        <p:nvSpPr>
          <p:cNvPr id="16" name="Textplatzhalter 4"/>
          <p:cNvSpPr>
            <a:spLocks noGrp="1"/>
          </p:cNvSpPr>
          <p:nvPr>
            <p:ph type="body" sz="quarter" idx="26" hasCustomPrompt="1"/>
          </p:nvPr>
        </p:nvSpPr>
        <p:spPr>
          <a:xfrm>
            <a:off x="8194391" y="1879301"/>
            <a:ext cx="3554696" cy="1041883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/>
              <a:t>Überschrift einfügen</a:t>
            </a:r>
          </a:p>
        </p:txBody>
      </p:sp>
      <p:sp>
        <p:nvSpPr>
          <p:cNvPr id="7" name="Bildplatzhalter 12"/>
          <p:cNvSpPr>
            <a:spLocks noGrp="1"/>
          </p:cNvSpPr>
          <p:nvPr>
            <p:ph type="pic" sz="quarter" idx="29"/>
          </p:nvPr>
        </p:nvSpPr>
        <p:spPr>
          <a:xfrm>
            <a:off x="8194390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Bildplatzhalter 9"/>
          <p:cNvSpPr>
            <a:spLocks noGrp="1"/>
          </p:cNvSpPr>
          <p:nvPr>
            <p:ph type="pic" sz="quarter" idx="28"/>
          </p:nvPr>
        </p:nvSpPr>
        <p:spPr>
          <a:xfrm>
            <a:off x="4322195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Bildplatzhalter 3"/>
          <p:cNvSpPr>
            <a:spLocks noGrp="1"/>
          </p:cNvSpPr>
          <p:nvPr>
            <p:ph type="pic" sz="quarter" idx="27"/>
          </p:nvPr>
        </p:nvSpPr>
        <p:spPr>
          <a:xfrm>
            <a:off x="450000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399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Überschrift+2-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6096000" y="1879600"/>
            <a:ext cx="5653088" cy="4430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5341937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186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Überschrift+3-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39"/>
          </p:nvPr>
        </p:nvSpPr>
        <p:spPr>
          <a:xfrm>
            <a:off x="4322763" y="1876347"/>
            <a:ext cx="3554412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40"/>
          </p:nvPr>
        </p:nvSpPr>
        <p:spPr>
          <a:xfrm>
            <a:off x="8197850" y="1876347"/>
            <a:ext cx="3551238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4" y="1881188"/>
            <a:ext cx="3556000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711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Überschrift+3-Spalten+Bild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366415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25" hasCustomPrompt="1"/>
          </p:nvPr>
        </p:nvSpPr>
        <p:spPr>
          <a:xfrm>
            <a:off x="450000" y="5910263"/>
            <a:ext cx="3554696" cy="40109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3" name="Textplatzhalter 7"/>
          <p:cNvSpPr>
            <a:spLocks noGrp="1"/>
          </p:cNvSpPr>
          <p:nvPr>
            <p:ph type="body" sz="quarter" idx="29" hasCustomPrompt="1"/>
          </p:nvPr>
        </p:nvSpPr>
        <p:spPr>
          <a:xfrm>
            <a:off x="4322195" y="5910263"/>
            <a:ext cx="3554696" cy="40109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4" name="Textplatzhalter 7"/>
          <p:cNvSpPr>
            <a:spLocks noGrp="1"/>
          </p:cNvSpPr>
          <p:nvPr>
            <p:ph type="body" sz="quarter" idx="30" hasCustomPrompt="1"/>
          </p:nvPr>
        </p:nvSpPr>
        <p:spPr>
          <a:xfrm>
            <a:off x="8194390" y="5910263"/>
            <a:ext cx="3554696" cy="40109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38"/>
          </p:nvPr>
        </p:nvSpPr>
        <p:spPr>
          <a:xfrm>
            <a:off x="8197850" y="3987800"/>
            <a:ext cx="355123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37"/>
          </p:nvPr>
        </p:nvSpPr>
        <p:spPr>
          <a:xfrm>
            <a:off x="4322195" y="3987800"/>
            <a:ext cx="355469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3" name="Bildplatzhalter 4"/>
          <p:cNvSpPr>
            <a:spLocks noGrp="1"/>
          </p:cNvSpPr>
          <p:nvPr>
            <p:ph type="pic" sz="quarter" idx="36"/>
          </p:nvPr>
        </p:nvSpPr>
        <p:spPr>
          <a:xfrm>
            <a:off x="450000" y="3987800"/>
            <a:ext cx="355469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39"/>
          </p:nvPr>
        </p:nvSpPr>
        <p:spPr>
          <a:xfrm>
            <a:off x="442913" y="1886247"/>
            <a:ext cx="3558323" cy="2105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40"/>
          </p:nvPr>
        </p:nvSpPr>
        <p:spPr>
          <a:xfrm>
            <a:off x="4322763" y="1881188"/>
            <a:ext cx="3554412" cy="2106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platzhalter 7"/>
          <p:cNvSpPr>
            <a:spLocks noGrp="1"/>
          </p:cNvSpPr>
          <p:nvPr>
            <p:ph type="body" sz="quarter" idx="41"/>
          </p:nvPr>
        </p:nvSpPr>
        <p:spPr>
          <a:xfrm>
            <a:off x="8197850" y="1881188"/>
            <a:ext cx="3551238" cy="2106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26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palte+Bild-1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9"/>
          </p:nvPr>
        </p:nvSpPr>
        <p:spPr>
          <a:xfrm>
            <a:off x="6096000" y="1879302"/>
            <a:ext cx="4513262" cy="44310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5341937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616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palte+Bild-2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9"/>
          </p:nvPr>
        </p:nvSpPr>
        <p:spPr>
          <a:xfrm>
            <a:off x="8194675" y="1879302"/>
            <a:ext cx="3563937" cy="4429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7427912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4222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ild-Vollform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1913864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012901" y="4401000"/>
            <a:ext cx="428592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lang="de-DE" sz="3000" dirty="0" smtClean="0">
                <a:solidFill>
                  <a:srgbClr val="FFFFFF"/>
                </a:solidFill>
              </a:defRPr>
            </a:lvl1pPr>
          </a:lstStyle>
          <a:p>
            <a:pPr marL="0" lvl="0" defTabSz="457158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1892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ild+Logoausspa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48135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0" y="981075"/>
            <a:ext cx="12192000" cy="5876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012901" y="4401000"/>
            <a:ext cx="428592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lang="de-DE" sz="3000" dirty="0" smtClean="0">
                <a:solidFill>
                  <a:srgbClr val="FFFFFF"/>
                </a:solidFill>
              </a:defRPr>
            </a:lvl1pPr>
          </a:lstStyle>
          <a:p>
            <a:pPr marL="0" lvl="0" defTabSz="457158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1828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Überschrif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450000" y="1879301"/>
            <a:ext cx="10157678" cy="442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7950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Überschrift+Bild+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10191789" y="1879301"/>
            <a:ext cx="1556852" cy="133567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450000" y="1879302"/>
            <a:ext cx="9678448" cy="4429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498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Überschrift+Bilder+Bildunt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50000" y="5404993"/>
            <a:ext cx="3554696" cy="90636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20" hasCustomPrompt="1"/>
          </p:nvPr>
        </p:nvSpPr>
        <p:spPr>
          <a:xfrm>
            <a:off x="10157462" y="4113076"/>
            <a:ext cx="1591624" cy="2198276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450000" y="1879301"/>
            <a:ext cx="3554696" cy="3381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21"/>
          </p:nvPr>
        </p:nvSpPr>
        <p:spPr>
          <a:xfrm>
            <a:off x="4322195" y="1879301"/>
            <a:ext cx="3554696" cy="19136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3" name="Bildplatzhalter 3"/>
          <p:cNvSpPr>
            <a:spLocks noGrp="1"/>
          </p:cNvSpPr>
          <p:nvPr>
            <p:ph type="pic" sz="quarter" idx="22"/>
          </p:nvPr>
        </p:nvSpPr>
        <p:spPr>
          <a:xfrm>
            <a:off x="8194390" y="1879301"/>
            <a:ext cx="3554696" cy="19136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23"/>
          </p:nvPr>
        </p:nvSpPr>
        <p:spPr>
          <a:xfrm>
            <a:off x="4322194" y="4113076"/>
            <a:ext cx="5736206" cy="21982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1192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agramm-Torte/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6581145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015767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1769359" y="2250132"/>
            <a:ext cx="7518961" cy="36877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509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agramm-Bal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383808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947244" y="5955808"/>
            <a:ext cx="3866828" cy="2769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4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875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gramm-Sä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7469760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08124" y="1942471"/>
            <a:ext cx="3866828" cy="276999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5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5903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ramm-Linie/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8449159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477096" y="5955808"/>
            <a:ext cx="3866828" cy="2769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08124" y="1942471"/>
            <a:ext cx="3866828" cy="276999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5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3618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Vier Diagramme-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 userDrawn="1"/>
        </p:nvSpPr>
        <p:spPr>
          <a:xfrm>
            <a:off x="6258294" y="4159893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16" name="Rechteck 15"/>
          <p:cNvSpPr/>
          <p:nvPr userDrawn="1"/>
        </p:nvSpPr>
        <p:spPr>
          <a:xfrm>
            <a:off x="450000" y="4159893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15" name="Rechteck 14"/>
          <p:cNvSpPr/>
          <p:nvPr userDrawn="1"/>
        </p:nvSpPr>
        <p:spPr>
          <a:xfrm>
            <a:off x="6258294" y="1879301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14" name="Rechteck 13"/>
          <p:cNvSpPr/>
          <p:nvPr userDrawn="1"/>
        </p:nvSpPr>
        <p:spPr>
          <a:xfrm>
            <a:off x="450000" y="1879301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22" name="Textplatzhalter 2"/>
          <p:cNvSpPr>
            <a:spLocks noGrp="1"/>
          </p:cNvSpPr>
          <p:nvPr>
            <p:ph type="body" sz="quarter" idx="21" hasCustomPrompt="1"/>
          </p:nvPr>
        </p:nvSpPr>
        <p:spPr>
          <a:xfrm>
            <a:off x="781255" y="1926926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3" name="Textplatzhalt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537236" y="1926926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3" hasCustomPrompt="1"/>
          </p:nvPr>
        </p:nvSpPr>
        <p:spPr>
          <a:xfrm>
            <a:off x="781255" y="4207518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5" name="Textplatzhalter 2"/>
          <p:cNvSpPr>
            <a:spLocks noGrp="1"/>
          </p:cNvSpPr>
          <p:nvPr>
            <p:ph type="body" sz="quarter" idx="24" hasCustomPrompt="1"/>
          </p:nvPr>
        </p:nvSpPr>
        <p:spPr>
          <a:xfrm>
            <a:off x="6537236" y="4207518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25"/>
          </p:nvPr>
        </p:nvSpPr>
        <p:spPr>
          <a:xfrm>
            <a:off x="781255" y="2093426"/>
            <a:ext cx="4828284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27" name="Diagrammplatzhalter 5"/>
          <p:cNvSpPr>
            <a:spLocks noGrp="1"/>
          </p:cNvSpPr>
          <p:nvPr>
            <p:ph type="chart" sz="quarter" idx="26"/>
          </p:nvPr>
        </p:nvSpPr>
        <p:spPr>
          <a:xfrm>
            <a:off x="6537236" y="2093426"/>
            <a:ext cx="4932911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28" name="Diagrammplatzhalter 5"/>
          <p:cNvSpPr>
            <a:spLocks noGrp="1"/>
          </p:cNvSpPr>
          <p:nvPr>
            <p:ph type="chart" sz="quarter" idx="27"/>
          </p:nvPr>
        </p:nvSpPr>
        <p:spPr>
          <a:xfrm>
            <a:off x="781255" y="4374018"/>
            <a:ext cx="4828284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29" name="Diagrammplatzhalter 5"/>
          <p:cNvSpPr>
            <a:spLocks noGrp="1"/>
          </p:cNvSpPr>
          <p:nvPr>
            <p:ph type="chart" sz="quarter" idx="28"/>
          </p:nvPr>
        </p:nvSpPr>
        <p:spPr>
          <a:xfrm>
            <a:off x="6537236" y="4374018"/>
            <a:ext cx="4932911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111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65857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/>
          <p:cNvSpPr>
            <a:spLocks/>
          </p:cNvSpPr>
          <p:nvPr userDrawn="1"/>
        </p:nvSpPr>
        <p:spPr>
          <a:xfrm>
            <a:off x="442517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Tabellenplatzhalter 3"/>
          <p:cNvSpPr>
            <a:spLocks noGrp="1"/>
          </p:cNvSpPr>
          <p:nvPr>
            <p:ph type="tbl" sz="quarter" idx="10"/>
          </p:nvPr>
        </p:nvSpPr>
        <p:spPr>
          <a:xfrm>
            <a:off x="1157767" y="2248211"/>
            <a:ext cx="9868588" cy="3691602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27908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3" name="Medienplatzhalter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2674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Video_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>
                <a:solidFill>
                  <a:srgbClr val="53585D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Medienplatzhalter 4"/>
          <p:cNvSpPr>
            <a:spLocks noGrp="1"/>
          </p:cNvSpPr>
          <p:nvPr>
            <p:ph type="media" sz="quarter" idx="19"/>
          </p:nvPr>
        </p:nvSpPr>
        <p:spPr>
          <a:xfrm>
            <a:off x="450000" y="1879301"/>
            <a:ext cx="7427175" cy="4141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media</a:t>
            </a:r>
            <a:endParaRPr lang="de-DE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8197850" y="1881188"/>
            <a:ext cx="3551238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9292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lussfolie/Tren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1854323"/>
            <a:ext cx="10638367" cy="984885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de-DE" sz="3200" b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33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653128708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1" imgW="270" imgH="270" progId="TCLayout.ActiveDocument.1">
                  <p:embed/>
                </p:oleObj>
              </mc:Choice>
              <mc:Fallback>
                <p:oleObj name="think-cell Folie" r:id="rId31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7888288" y="6540972"/>
            <a:ext cx="3860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>
              <a:defRPr lang="en-GB" sz="700" b="0" i="0" smtClean="0">
                <a:solidFill>
                  <a:schemeClr val="bg1"/>
                </a:solidFill>
                <a:latin typeface="+mn-lt"/>
                <a:cs typeface="Calibri Light"/>
              </a:defRPr>
            </a:lvl1pPr>
          </a:lstStyle>
          <a:p>
            <a:pPr algn="r"/>
            <a:r>
              <a:rPr lang="de-DE"/>
              <a:t>Seite: </a:t>
            </a:r>
            <a:fld id="{E7550942-A291-48F7-A47C-F017F50DCE2F}" type="slidenum">
              <a:rPr smtClean="0"/>
              <a:pPr algn="r"/>
              <a:t>‹#›</a:t>
            </a:fld>
            <a:endParaRPr/>
          </a:p>
        </p:txBody>
      </p:sp>
      <p:grpSp>
        <p:nvGrpSpPr>
          <p:cNvPr id="11" name="Gruppieren 10"/>
          <p:cNvGrpSpPr/>
          <p:nvPr userDrawn="1">
            <p:custDataLst>
              <p:tags r:id="rId28"/>
            </p:custDataLst>
          </p:nvPr>
        </p:nvGrpSpPr>
        <p:grpSpPr>
          <a:xfrm>
            <a:off x="-151035" y="-97287"/>
            <a:ext cx="12476539" cy="7067433"/>
            <a:chOff x="-151035" y="-97287"/>
            <a:chExt cx="12476539" cy="7067433"/>
          </a:xfrm>
        </p:grpSpPr>
        <p:cxnSp>
          <p:nvCxnSpPr>
            <p:cNvPr id="84" name="Gerader Verbinder 83"/>
            <p:cNvCxnSpPr/>
            <p:nvPr userDrawn="1"/>
          </p:nvCxnSpPr>
          <p:spPr>
            <a:xfrm>
              <a:off x="-151035" y="3429933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/>
            <p:cNvCxnSpPr/>
            <p:nvPr userDrawn="1"/>
          </p:nvCxnSpPr>
          <p:spPr>
            <a:xfrm>
              <a:off x="-151035" y="6308340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/>
            <p:cNvCxnSpPr/>
            <p:nvPr userDrawn="1"/>
          </p:nvCxnSpPr>
          <p:spPr>
            <a:xfrm>
              <a:off x="-151035" y="652423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/>
            <p:cNvCxnSpPr/>
            <p:nvPr userDrawn="1"/>
          </p:nvCxnSpPr>
          <p:spPr>
            <a:xfrm>
              <a:off x="-151035" y="6669881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/>
            <p:cNvCxnSpPr/>
            <p:nvPr userDrawn="1"/>
          </p:nvCxnSpPr>
          <p:spPr>
            <a:xfrm>
              <a:off x="-151035" y="98072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/>
            <p:cNvCxnSpPr/>
            <p:nvPr userDrawn="1"/>
          </p:nvCxnSpPr>
          <p:spPr>
            <a:xfrm>
              <a:off x="-151035" y="1879302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/>
            <p:cNvCxnSpPr/>
            <p:nvPr userDrawn="1"/>
          </p:nvCxnSpPr>
          <p:spPr>
            <a:xfrm>
              <a:off x="12229504" y="3429933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r Verbinder 90"/>
            <p:cNvCxnSpPr/>
            <p:nvPr userDrawn="1"/>
          </p:nvCxnSpPr>
          <p:spPr>
            <a:xfrm>
              <a:off x="12229504" y="6308340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r Verbinder 91"/>
            <p:cNvCxnSpPr/>
            <p:nvPr userDrawn="1"/>
          </p:nvCxnSpPr>
          <p:spPr>
            <a:xfrm>
              <a:off x="12229504" y="652423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/>
            <p:cNvCxnSpPr/>
            <p:nvPr userDrawn="1"/>
          </p:nvCxnSpPr>
          <p:spPr>
            <a:xfrm>
              <a:off x="12229504" y="6669881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93"/>
            <p:cNvCxnSpPr/>
            <p:nvPr userDrawn="1"/>
          </p:nvCxnSpPr>
          <p:spPr>
            <a:xfrm>
              <a:off x="12229504" y="98072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/>
            <p:cNvCxnSpPr/>
            <p:nvPr userDrawn="1"/>
          </p:nvCxnSpPr>
          <p:spPr>
            <a:xfrm>
              <a:off x="12229504" y="1879302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uppieren 95"/>
            <p:cNvGrpSpPr/>
            <p:nvPr userDrawn="1">
              <p:custDataLst>
                <p:tags r:id="rId29"/>
              </p:custDataLst>
            </p:nvPr>
          </p:nvGrpSpPr>
          <p:grpSpPr>
            <a:xfrm>
              <a:off x="450000" y="-97287"/>
              <a:ext cx="11299088" cy="72000"/>
              <a:chOff x="450000" y="-97287"/>
              <a:chExt cx="11299088" cy="72000"/>
            </a:xfrm>
          </p:grpSpPr>
          <p:cxnSp>
            <p:nvCxnSpPr>
              <p:cNvPr id="106" name="Gerader Verbinder 105"/>
              <p:cNvCxnSpPr/>
              <p:nvPr userDrawn="1"/>
            </p:nvCxnSpPr>
            <p:spPr>
              <a:xfrm rot="5400000">
                <a:off x="414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/>
              <p:cNvCxnSpPr/>
              <p:nvPr userDrawn="1"/>
            </p:nvCxnSpPr>
            <p:spPr>
              <a:xfrm rot="5400000">
                <a:off x="6060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Gerader Verbinder 107"/>
              <p:cNvCxnSpPr/>
              <p:nvPr userDrawn="1"/>
            </p:nvCxnSpPr>
            <p:spPr>
              <a:xfrm rot="5400000">
                <a:off x="1057167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/>
              <p:cNvCxnSpPr/>
              <p:nvPr userDrawn="1"/>
            </p:nvCxnSpPr>
            <p:spPr>
              <a:xfrm rot="5400000">
                <a:off x="39686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/>
              <p:cNvCxnSpPr/>
              <p:nvPr userDrawn="1"/>
            </p:nvCxnSpPr>
            <p:spPr>
              <a:xfrm rot="5400000">
                <a:off x="42861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r Verbinder 110"/>
              <p:cNvCxnSpPr/>
              <p:nvPr userDrawn="1"/>
            </p:nvCxnSpPr>
            <p:spPr>
              <a:xfrm rot="5400000">
                <a:off x="78408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/>
              <p:cNvCxnSpPr/>
              <p:nvPr userDrawn="1"/>
            </p:nvCxnSpPr>
            <p:spPr>
              <a:xfrm rot="5400000">
                <a:off x="81583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/>
              <p:cNvCxnSpPr/>
              <p:nvPr userDrawn="1"/>
            </p:nvCxnSpPr>
            <p:spPr>
              <a:xfrm rot="5400000">
                <a:off x="1171308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uppieren 96"/>
            <p:cNvGrpSpPr/>
            <p:nvPr userDrawn="1">
              <p:custDataLst>
                <p:tags r:id="rId30"/>
              </p:custDataLst>
            </p:nvPr>
          </p:nvGrpSpPr>
          <p:grpSpPr>
            <a:xfrm>
              <a:off x="450000" y="6898146"/>
              <a:ext cx="11299088" cy="72000"/>
              <a:chOff x="450000" y="-97287"/>
              <a:chExt cx="11299088" cy="72000"/>
            </a:xfrm>
          </p:grpSpPr>
          <p:cxnSp>
            <p:nvCxnSpPr>
              <p:cNvPr id="98" name="Gerader Verbinder 97"/>
              <p:cNvCxnSpPr/>
              <p:nvPr userDrawn="1"/>
            </p:nvCxnSpPr>
            <p:spPr>
              <a:xfrm rot="5400000">
                <a:off x="414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/>
              <p:cNvCxnSpPr/>
              <p:nvPr userDrawn="1"/>
            </p:nvCxnSpPr>
            <p:spPr>
              <a:xfrm rot="5400000">
                <a:off x="6060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/>
              <p:cNvCxnSpPr/>
              <p:nvPr userDrawn="1"/>
            </p:nvCxnSpPr>
            <p:spPr>
              <a:xfrm rot="5400000">
                <a:off x="1057167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/>
              <p:cNvCxnSpPr/>
              <p:nvPr userDrawn="1"/>
            </p:nvCxnSpPr>
            <p:spPr>
              <a:xfrm rot="5400000">
                <a:off x="39686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/>
              <p:cNvCxnSpPr/>
              <p:nvPr userDrawn="1"/>
            </p:nvCxnSpPr>
            <p:spPr>
              <a:xfrm rot="5400000">
                <a:off x="42861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/>
              <p:cNvCxnSpPr/>
              <p:nvPr userDrawn="1"/>
            </p:nvCxnSpPr>
            <p:spPr>
              <a:xfrm rot="5400000">
                <a:off x="78408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/>
              <p:cNvCxnSpPr/>
              <p:nvPr userDrawn="1"/>
            </p:nvCxnSpPr>
            <p:spPr>
              <a:xfrm rot="5400000">
                <a:off x="81583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Gerader Verbinder 104"/>
              <p:cNvCxnSpPr/>
              <p:nvPr userDrawn="1"/>
            </p:nvCxnSpPr>
            <p:spPr>
              <a:xfrm rot="5400000">
                <a:off x="1171308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itelplatzhalter 12"/>
          <p:cNvSpPr>
            <a:spLocks noGrp="1"/>
          </p:cNvSpPr>
          <p:nvPr userDrawn="1">
            <p:ph type="title"/>
          </p:nvPr>
        </p:nvSpPr>
        <p:spPr>
          <a:xfrm>
            <a:off x="450000" y="980728"/>
            <a:ext cx="10159263" cy="71524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61" name="Textfeld 60"/>
          <p:cNvSpPr txBox="1">
            <a:spLocks/>
          </p:cNvSpPr>
          <p:nvPr userDrawn="1"/>
        </p:nvSpPr>
        <p:spPr>
          <a:xfrm>
            <a:off x="7888288" y="6540972"/>
            <a:ext cx="3860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de-DE"/>
            </a:defPPr>
            <a:lvl1pPr algn="ctr">
              <a:defRPr sz="8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pPr algn="r"/>
            <a:r>
              <a:rPr lang="de-DE" sz="700">
                <a:solidFill>
                  <a:schemeClr val="tx1"/>
                </a:solidFill>
                <a:latin typeface="+mn-lt"/>
              </a:rPr>
              <a:t>Folie </a:t>
            </a:r>
            <a:fld id="{49C6E1B4-76A5-844A-8D6F-23019DBC3BDE}" type="slidenum">
              <a:rPr lang="de-DE" sz="7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r>
              <a:rPr lang="de-DE" sz="700">
                <a:solidFill>
                  <a:schemeClr val="tx1"/>
                </a:solidFill>
                <a:latin typeface="+mn-lt"/>
              </a:rPr>
              <a:t> von 21  </a:t>
            </a:r>
          </a:p>
        </p:txBody>
      </p:sp>
      <p:sp>
        <p:nvSpPr>
          <p:cNvPr id="21" name="Textplatzhalter 20"/>
          <p:cNvSpPr>
            <a:spLocks noGrp="1"/>
          </p:cNvSpPr>
          <p:nvPr>
            <p:ph type="body" idx="1"/>
          </p:nvPr>
        </p:nvSpPr>
        <p:spPr>
          <a:xfrm>
            <a:off x="450001" y="1879302"/>
            <a:ext cx="10159262" cy="44294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Rechteck 5"/>
          <p:cNvSpPr/>
          <p:nvPr userDrawn="1"/>
        </p:nvSpPr>
        <p:spPr>
          <a:xfrm>
            <a:off x="449999" y="6533275"/>
            <a:ext cx="7426889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l" defTabSz="457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err="1"/>
              <a:t>Tinkercad</a:t>
            </a:r>
            <a:r>
              <a:rPr lang="en-US" sz="800" dirty="0"/>
              <a:t> Lectures</a:t>
            </a:r>
            <a:r>
              <a:rPr lang="de-DE" sz="700" b="0" i="0" dirty="0">
                <a:solidFill>
                  <a:schemeClr val="tx1"/>
                </a:solidFill>
                <a:latin typeface="+mn-lt"/>
                <a:cs typeface="Calibri Light"/>
              </a:rPr>
              <a:t>| Meeran Ali Khan | </a:t>
            </a:r>
            <a:fld id="{0E18A725-F6BF-4D71-AF59-076A62F2F381}" type="datetime1">
              <a:rPr lang="de-DE" sz="700" b="0" i="0" smtClean="0">
                <a:solidFill>
                  <a:schemeClr val="tx1"/>
                </a:solidFill>
                <a:latin typeface="+mn-lt"/>
                <a:cs typeface="Calibri Light"/>
              </a:rPr>
              <a:pPr marL="0" marR="0" lvl="0" indent="0" algn="l" defTabSz="4571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06.12.2025</a:t>
            </a:fld>
            <a:r>
              <a:rPr lang="de-DE" sz="700" b="0" i="0" dirty="0">
                <a:solidFill>
                  <a:schemeClr val="tx1"/>
                </a:solidFill>
                <a:latin typeface="+mn-lt"/>
                <a:cs typeface="Calibri Light"/>
              </a:rPr>
              <a:t>|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7F491-2C04-E9DB-F887-D2586A71EB87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rcRect t="29990" b="32327"/>
          <a:stretch>
            <a:fillRect/>
          </a:stretch>
        </p:blipFill>
        <p:spPr>
          <a:xfrm>
            <a:off x="449999" y="104474"/>
            <a:ext cx="2272836" cy="85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7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0" r:id="rId2"/>
    <p:sldLayoutId id="2147483729" r:id="rId3"/>
    <p:sldLayoutId id="2147483699" r:id="rId4"/>
    <p:sldLayoutId id="2147483715" r:id="rId5"/>
    <p:sldLayoutId id="2147483716" r:id="rId6"/>
    <p:sldLayoutId id="2147483742" r:id="rId7"/>
    <p:sldLayoutId id="2147483723" r:id="rId8"/>
    <p:sldLayoutId id="2147483724" r:id="rId9"/>
    <p:sldLayoutId id="2147483717" r:id="rId10"/>
    <p:sldLayoutId id="2147483718" r:id="rId11"/>
    <p:sldLayoutId id="2147483702" r:id="rId12"/>
    <p:sldLayoutId id="2147483708" r:id="rId13"/>
    <p:sldLayoutId id="2147483703" r:id="rId14"/>
    <p:sldLayoutId id="2147483704" r:id="rId15"/>
    <p:sldLayoutId id="2147483705" r:id="rId16"/>
    <p:sldLayoutId id="2147483713" r:id="rId17"/>
    <p:sldLayoutId id="2147483714" r:id="rId18"/>
    <p:sldLayoutId id="2147483727" r:id="rId19"/>
    <p:sldLayoutId id="2147483728" r:id="rId20"/>
    <p:sldLayoutId id="2147483707" r:id="rId21"/>
    <p:sldLayoutId id="2147483712" r:id="rId22"/>
    <p:sldLayoutId id="2147483719" r:id="rId23"/>
    <p:sldLayoutId id="2147483720" r:id="rId24"/>
    <p:sldLayoutId id="2147483730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457200" rtl="0" eaLnBrk="1" latinLnBrk="0" hangingPunct="1">
        <a:spcBef>
          <a:spcPts val="600"/>
        </a:spcBef>
        <a:buClr>
          <a:srgbClr val="53585D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9388" algn="l" defTabSz="457200" rtl="0" eaLnBrk="1" latinLnBrk="0" hangingPunct="1"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79388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7550" indent="-179388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79388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895350" indent="-180975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18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1185" userDrawn="1">
          <p15:clr>
            <a:srgbClr val="F26B43"/>
          </p15:clr>
        </p15:guide>
        <p15:guide id="6" pos="279" userDrawn="1">
          <p15:clr>
            <a:srgbClr val="F26B43"/>
          </p15:clr>
        </p15:guide>
        <p15:guide id="7" pos="6683" userDrawn="1">
          <p15:clr>
            <a:srgbClr val="F26B43"/>
          </p15:clr>
        </p15:guide>
        <p15:guide id="10" pos="7401" userDrawn="1">
          <p15:clr>
            <a:srgbClr val="F26B43"/>
          </p15:clr>
        </p15:guide>
        <p15:guide id="11" pos="2523" userDrawn="1">
          <p15:clr>
            <a:srgbClr val="F26B43"/>
          </p15:clr>
        </p15:guide>
        <p15:guide id="12" pos="2723" userDrawn="1">
          <p15:clr>
            <a:srgbClr val="F26B43"/>
          </p15:clr>
        </p15:guide>
        <p15:guide id="13" pos="4962" userDrawn="1">
          <p15:clr>
            <a:srgbClr val="F26B43"/>
          </p15:clr>
        </p15:guide>
        <p15:guide id="14" pos="5164" userDrawn="1">
          <p15:clr>
            <a:srgbClr val="F26B43"/>
          </p15:clr>
        </p15:guide>
        <p15:guide id="15" orient="horz" pos="4110" userDrawn="1">
          <p15:clr>
            <a:srgbClr val="F26B43"/>
          </p15:clr>
        </p15:guide>
        <p15:guide id="16" orient="horz" pos="4201" userDrawn="1">
          <p15:clr>
            <a:srgbClr val="F26B43"/>
          </p15:clr>
        </p15:guide>
        <p15:guide id="17" orient="horz" pos="41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Logo-tinkercad-wordmark.sv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.media-amazon.com/images/I/51vkvCLy+nL._AC_SX522_.jpg" TargetMode="External"/><Relationship Id="rId4" Type="http://schemas.openxmlformats.org/officeDocument/2006/relationships/hyperlink" Target="https://en.wikipedia.org/wiki/Tinkerca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81146B2-497F-451A-9385-F837CA0BF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0000" y="1600200"/>
            <a:ext cx="10605540" cy="602794"/>
          </a:xfrm>
        </p:spPr>
        <p:txBody>
          <a:bodyPr/>
          <a:lstStyle/>
          <a:p>
            <a:pPr algn="ctr"/>
            <a:r>
              <a:rPr lang="en-US" sz="3600" dirty="0"/>
              <a:t>Week 3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16CCFA23-AA95-4E6B-B76C-8350E7A6D1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0000" y="2953655"/>
            <a:ext cx="10636251" cy="369332"/>
          </a:xfrm>
        </p:spPr>
        <p:txBody>
          <a:bodyPr/>
          <a:lstStyle/>
          <a:p>
            <a:pPr algn="ctr"/>
            <a:r>
              <a:rPr lang="en-US" dirty="0"/>
              <a:t>Intermediate Modeling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39216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4656137" cy="4429125"/>
          </a:xfrm>
        </p:spPr>
        <p:txBody>
          <a:bodyPr>
            <a:noAutofit/>
          </a:bodyPr>
          <a:lstStyle/>
          <a:p>
            <a:r>
              <a:rPr lang="en-US" sz="1600" dirty="0"/>
              <a:t>Review of Week 1 and Week 2</a:t>
            </a:r>
          </a:p>
          <a:p>
            <a:r>
              <a:rPr lang="en-US" sz="1600" dirty="0"/>
              <a:t>Extrude</a:t>
            </a:r>
          </a:p>
          <a:p>
            <a:r>
              <a:rPr lang="en-US" sz="1600" dirty="0"/>
              <a:t>Revolve</a:t>
            </a:r>
          </a:p>
          <a:p>
            <a:r>
              <a:rPr lang="en-US" sz="1600" dirty="0"/>
              <a:t>Importing SVG Files</a:t>
            </a:r>
          </a:p>
          <a:p>
            <a:r>
              <a:rPr lang="en-US" sz="1600" dirty="0"/>
              <a:t>2D drawing to Assembly</a:t>
            </a:r>
          </a:p>
          <a:p>
            <a:r>
              <a:rPr lang="en-US" sz="1600" dirty="0"/>
              <a:t>Complex Geometry</a:t>
            </a:r>
          </a:p>
          <a:p>
            <a:r>
              <a:rPr lang="en-US" sz="1600" dirty="0"/>
              <a:t>Project: A coffee Mug</a:t>
            </a:r>
          </a:p>
          <a:p>
            <a:r>
              <a:rPr lang="en-US" sz="1600" dirty="0"/>
              <a:t>Project: Mobile phone Stand</a:t>
            </a:r>
          </a:p>
          <a:p>
            <a:r>
              <a:rPr lang="en-US" sz="1600" dirty="0"/>
              <a:t>Innovation</a:t>
            </a:r>
          </a:p>
        </p:txBody>
      </p:sp>
    </p:spTree>
    <p:extLst>
      <p:ext uri="{BB962C8B-B14F-4D97-AF65-F5344CB8AC3E}">
        <p14:creationId xmlns:p14="http://schemas.microsoft.com/office/powerpoint/2010/main" val="627123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95674-5249-EE34-C7EC-F21C0B5A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Week 1 and Week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A8540-800A-921E-F5D4-9F89906733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Navigation</a:t>
            </a:r>
          </a:p>
          <a:p>
            <a:r>
              <a:rPr lang="en-US" dirty="0"/>
              <a:t>Grouping</a:t>
            </a:r>
          </a:p>
          <a:p>
            <a:r>
              <a:rPr lang="en-US" dirty="0"/>
              <a:t>Alignment</a:t>
            </a:r>
          </a:p>
          <a:p>
            <a:r>
              <a:rPr lang="en-US" dirty="0"/>
              <a:t>Precision tools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00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01A1-6DBB-DA33-5835-09CA0EB6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Generators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3A0B2-80EC-B385-E5FE-A123B395F8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Parametric shapes</a:t>
            </a:r>
          </a:p>
          <a:p>
            <a:r>
              <a:rPr lang="en-US" dirty="0"/>
              <a:t>Gears, threads, curved forms</a:t>
            </a:r>
          </a:p>
        </p:txBody>
      </p:sp>
    </p:spTree>
    <p:extLst>
      <p:ext uri="{BB962C8B-B14F-4D97-AF65-F5344CB8AC3E}">
        <p14:creationId xmlns:p14="http://schemas.microsoft.com/office/powerpoint/2010/main" val="2407507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DEEB-FAA8-45FF-1AE7-F7688F89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E6205-8855-8D5A-8623-8D207CED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SVG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4095F-56C7-620A-AA69-F174615841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Convert 2D shapes to 3D</a:t>
            </a:r>
          </a:p>
          <a:p>
            <a:r>
              <a:rPr lang="en-US" dirty="0"/>
              <a:t>Logos, silhouettes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FF02AD-3AC0-3E56-74B6-C42CBD943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988" y="2217254"/>
            <a:ext cx="2510749" cy="375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494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8E9F-2C2C-8AC4-EEFB-9ABFC8B6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Drawing to Assembly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30ED9-CB62-8850-2155-53A327C203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Mobile virtual model</a:t>
            </a:r>
          </a:p>
          <a:p>
            <a:r>
              <a:rPr lang="en-US" dirty="0"/>
              <a:t>Why we need it?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1AA29-1245-AE0E-2840-815043E3E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914" y="3008244"/>
            <a:ext cx="3692344" cy="278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90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FA07-DF11-C0FF-A599-003D262E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Geometry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8B02A-B6F3-BDE6-01C7-79FA09F4DE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Stacking + merging shapes</a:t>
            </a:r>
          </a:p>
          <a:p>
            <a:r>
              <a:rPr lang="en-US" dirty="0"/>
              <a:t>Organic forms</a:t>
            </a:r>
          </a:p>
        </p:txBody>
      </p:sp>
    </p:spTree>
    <p:extLst>
      <p:ext uri="{BB962C8B-B14F-4D97-AF65-F5344CB8AC3E}">
        <p14:creationId xmlns:p14="http://schemas.microsoft.com/office/powerpoint/2010/main" val="3564082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4277-AFE7-66C9-C473-D638251F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04D9A-B5EB-8F4E-E06D-A0054F8B5A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Coffee Mug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D15D6D-B203-4563-D5C4-1BBFBDA2D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521" y="2748586"/>
            <a:ext cx="3343742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58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87D5-1439-7D1C-64F9-E77AE072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BD902-DA73-EBE2-0B56-B64D1EA79C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Mobile Phone Stand</a:t>
            </a:r>
          </a:p>
          <a:p>
            <a:pPr lvl="1"/>
            <a:r>
              <a:rPr lang="en-US" dirty="0"/>
              <a:t>Create a 2-part assembly</a:t>
            </a:r>
          </a:p>
          <a:p>
            <a:pPr lvl="1"/>
            <a:r>
              <a:rPr lang="en-US" dirty="0"/>
              <a:t>A virtual mobile model</a:t>
            </a:r>
          </a:p>
          <a:p>
            <a:pPr lvl="1"/>
            <a:r>
              <a:rPr lang="en-US" dirty="0"/>
              <a:t>Phone Stand</a:t>
            </a:r>
          </a:p>
          <a:p>
            <a:pPr lvl="1"/>
            <a:r>
              <a:rPr lang="en-US" dirty="0"/>
              <a:t>Use Align tool and navigation tool to verify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BDB58-FC44-2649-89BB-EE0C027D0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903" y="1695977"/>
            <a:ext cx="3467584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63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865F-F305-A70D-2CF1-6C8F21A5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A75FF-CB38-5B5E-F78B-D1D004DEA6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Male Karate Mobile Stand</a:t>
            </a:r>
          </a:p>
        </p:txBody>
      </p:sp>
    </p:spTree>
    <p:extLst>
      <p:ext uri="{BB962C8B-B14F-4D97-AF65-F5344CB8AC3E}">
        <p14:creationId xmlns:p14="http://schemas.microsoft.com/office/powerpoint/2010/main" val="331175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7AFF-EFB0-1260-A966-81CFDC16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DE28D-699D-BA81-CCC7-F3223D45D6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444500" lvl="1" indent="-266700" defTabSz="914400" eaLnBrk="0" fontAlgn="base" hangingPunc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alibri" pitchFamily="34" charset="0"/>
              <a:buChar char="•"/>
              <a:defRPr/>
            </a:pPr>
            <a:r>
              <a:rPr lang="en-US" sz="1600" dirty="0">
                <a:hlinkClick r:id="rId3"/>
              </a:rPr>
              <a:t>File:Logo-tinkercad-wordmark.svg - Wikimedia Commons</a:t>
            </a:r>
            <a:endParaRPr lang="en-US" sz="1600" dirty="0"/>
          </a:p>
          <a:p>
            <a:pPr marL="444500" lvl="1" indent="-266700" defTabSz="914400" eaLnBrk="0" fontAlgn="base" hangingPunc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alibri" pitchFamily="34" charset="0"/>
              <a:buChar char="•"/>
              <a:defRPr/>
            </a:pPr>
            <a:r>
              <a:rPr lang="en-US" sz="1600" dirty="0" err="1">
                <a:hlinkClick r:id="rId4"/>
              </a:rPr>
              <a:t>Tinkercad</a:t>
            </a:r>
            <a:r>
              <a:rPr lang="en-US" sz="1600" dirty="0">
                <a:hlinkClick r:id="rId4"/>
              </a:rPr>
              <a:t> – Wikipedia</a:t>
            </a:r>
            <a:endParaRPr lang="en-US" sz="1600" dirty="0"/>
          </a:p>
          <a:p>
            <a:pPr marL="444500" lvl="1" indent="-266700" defTabSz="914400" eaLnBrk="0" fontAlgn="base" hangingPunc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alibri" pitchFamily="34" charset="0"/>
              <a:buChar char="•"/>
              <a:defRPr/>
            </a:pPr>
            <a:r>
              <a:rPr lang="en-US" sz="1600" dirty="0">
                <a:hlinkClick r:id="rId5"/>
              </a:rPr>
              <a:t>51vkvCLy+nL._AC_SX522_.jpg (522×781)</a:t>
            </a:r>
            <a:endParaRPr lang="en-US" sz="1600" dirty="0">
              <a:solidFill>
                <a:srgbClr val="5358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604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316A0E-6D62-A034-F20C-5F0D0D99AB25}"/>
              </a:ext>
            </a:extLst>
          </p:cNvPr>
          <p:cNvSpPr txBox="1"/>
          <p:nvPr/>
        </p:nvSpPr>
        <p:spPr>
          <a:xfrm>
            <a:off x="2973198" y="1997839"/>
            <a:ext cx="62456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i="1">
                <a:solidFill>
                  <a:srgbClr val="53585D"/>
                </a:solidFill>
                <a:latin typeface="Gabriola" panose="04040605051002020D02" pitchFamily="82" charset="0"/>
                <a:cs typeface="Calibri" panose="020F0502020204030204" pitchFamily="34" charset="0"/>
              </a:rPr>
              <a:t>Thank You </a:t>
            </a:r>
          </a:p>
          <a:p>
            <a:pPr algn="ctr"/>
            <a:endParaRPr lang="en-US" sz="6000" i="1">
              <a:solidFill>
                <a:srgbClr val="53585D"/>
              </a:solidFill>
              <a:latin typeface="Gabriola" panose="04040605051002020D02" pitchFamily="82" charset="0"/>
              <a:cs typeface="Calibri" panose="020F0502020204030204" pitchFamily="34" charset="0"/>
            </a:endParaRPr>
          </a:p>
          <a:p>
            <a:pPr algn="ctr"/>
            <a:r>
              <a:rPr lang="en-US" sz="6000" i="1">
                <a:solidFill>
                  <a:srgbClr val="53585D"/>
                </a:solidFill>
                <a:latin typeface="Gabriola" panose="04040605051002020D02" pitchFamily="82" charset="0"/>
                <a:cs typeface="Calibri" panose="020F0502020204030204" pitchFamily="34" charset="0"/>
              </a:rPr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21866199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FORMATS" val="&lt;?xml version=&quot;1.0&quot; encoding=&quot;utf-8&quot;?&gt;&lt;MekkoFormats&gt;&lt;NumberFormat DecimalSeparator=&quot;,&quot; ThousandSeparator=&quot;.&quot; NegativeNumberFormat=&quot;1&quot; /&gt;&lt;/MekkoFormats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olienmaster">
  <a:themeElements>
    <a:clrScheme name="KUKA-Designfarben">
      <a:dk1>
        <a:srgbClr val="53585D"/>
      </a:dk1>
      <a:lt1>
        <a:sysClr val="window" lastClr="FFFFFF"/>
      </a:lt1>
      <a:dk2>
        <a:srgbClr val="ABB0B4"/>
      </a:dk2>
      <a:lt2>
        <a:srgbClr val="F2F2F2"/>
      </a:lt2>
      <a:accent1>
        <a:srgbClr val="A4A7AA"/>
      </a:accent1>
      <a:accent2>
        <a:srgbClr val="2B5885"/>
      </a:accent2>
      <a:accent3>
        <a:srgbClr val="2B3035"/>
      </a:accent3>
      <a:accent4>
        <a:srgbClr val="676C71"/>
      </a:accent4>
      <a:accent5>
        <a:srgbClr val="B8D0E8"/>
      </a:accent5>
      <a:accent6>
        <a:srgbClr val="FF5800"/>
      </a:accent6>
      <a:hlink>
        <a:srgbClr val="737B82"/>
      </a:hlink>
      <a:folHlink>
        <a:srgbClr val="E4E5E6"/>
      </a:folHlink>
    </a:clrScheme>
    <a:fontScheme name="KUK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FF5800"/>
            </a:gs>
            <a:gs pos="100000">
              <a:srgbClr val="FF4100"/>
            </a:gs>
          </a:gsLst>
          <a:lin ang="18900000" scaled="1"/>
          <a:tileRect/>
        </a:gradFill>
        <a:ln>
          <a:noFill/>
        </a:ln>
        <a:effectLst/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rgbClr val="53585D"/>
            </a:solidFill>
          </a:defRPr>
        </a:defPPr>
      </a:lstStyle>
    </a:txDef>
  </a:objectDefaults>
  <a:extraClrSchemeLst/>
  <a:custClrLst>
    <a:custClr name="KUKA Orange">
      <a:srgbClr val="FF5800"/>
    </a:custClr>
    <a:custClr name="Grau dunkel">
      <a:srgbClr val="2B3035"/>
    </a:custClr>
    <a:custClr name="Blau dunkel">
      <a:srgbClr val="2B5885"/>
    </a:custClr>
    <a:custClr name="Blau">
      <a:srgbClr val="499ECE"/>
    </a:custClr>
    <a:custClr name="Blau hell">
      <a:srgbClr val="B8D0E8"/>
    </a:custClr>
    <a:custClr name="Petrol dunkel">
      <a:srgbClr val="3C8C78"/>
    </a:custClr>
    <a:custClr name="Petrol">
      <a:srgbClr val="6EC8A0"/>
    </a:custClr>
    <a:custClr name="Petrol hell">
      <a:srgbClr val="CDF5DC"/>
    </a:custClr>
    <a:custClr name="Lila dunkel">
      <a:srgbClr val="9F547D"/>
    </a:custClr>
    <a:custClr name="Gelb dunkel">
      <a:srgbClr val="E8B721"/>
    </a:custClr>
    <a:custClr name="Rot dunkel">
      <a:srgbClr val="C6323F"/>
    </a:custClr>
    <a:custClr name="Grün hell">
      <a:srgbClr val="309630"/>
    </a:custClr>
    <a:custClr name="Ampel rot">
      <a:srgbClr val="B40000"/>
    </a:custClr>
    <a:custClr name="Ampel gelb">
      <a:srgbClr val="FFCD00"/>
    </a:custClr>
    <a:custClr name="Ampel grün">
      <a:srgbClr val="00780A"/>
    </a:custClr>
  </a:custClrLst>
  <a:extLst>
    <a:ext uri="{05A4C25C-085E-4340-85A3-A5531E510DB2}">
      <thm15:themeFamily xmlns:thm15="http://schemas.microsoft.com/office/thememl/2012/main" name="Präsentation1" id="{EE8F2CCF-6A0B-45E2-BC04-D672E9C2EC71}" vid="{EE7BF709-BE7E-41DD-A3B0-4980E000636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KUKA Orange">
      <a:srgbClr val="FF5800"/>
    </a:custClr>
    <a:custClr name="Grau dunkel">
      <a:srgbClr val="2B3035"/>
    </a:custClr>
    <a:custClr name="Blau dunkel">
      <a:srgbClr val="2B5885"/>
    </a:custClr>
    <a:custClr name="Blau">
      <a:srgbClr val="499ECE"/>
    </a:custClr>
    <a:custClr name="Blau hell">
      <a:srgbClr val="B8D0E8"/>
    </a:custClr>
    <a:custClr name="Petrol dunkel">
      <a:srgbClr val="3C8C78"/>
    </a:custClr>
    <a:custClr name="Petrol">
      <a:srgbClr val="6EC8A0"/>
    </a:custClr>
    <a:custClr name="Petrol hell">
      <a:srgbClr val="CDF5DC"/>
    </a:custClr>
    <a:custClr name="Lila dunkel">
      <a:srgbClr val="9F547D"/>
    </a:custClr>
    <a:custClr name="Gelb dunkel">
      <a:srgbClr val="E8B721"/>
    </a:custClr>
    <a:custClr name="Rot dunkel">
      <a:srgbClr val="C6323F"/>
    </a:custClr>
    <a:custClr name="Grün hell">
      <a:srgbClr val="309630"/>
    </a:custClr>
    <a:custClr name="Ampel rot">
      <a:srgbClr val="B40000"/>
    </a:custClr>
    <a:custClr name="Ampel gelb">
      <a:srgbClr val="FFCD00"/>
    </a:custClr>
    <a:custClr name="Ampel grün">
      <a:srgbClr val="00780A"/>
    </a:custClr>
  </a:custClr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KUKA Orange">
      <a:srgbClr val="FF5800"/>
    </a:custClr>
    <a:custClr name="Grau dunkel">
      <a:srgbClr val="2B3035"/>
    </a:custClr>
    <a:custClr name="Blau dunkel">
      <a:srgbClr val="2B5885"/>
    </a:custClr>
    <a:custClr name="Blau">
      <a:srgbClr val="499ECE"/>
    </a:custClr>
    <a:custClr name="Blau hell">
      <a:srgbClr val="B8D0E8"/>
    </a:custClr>
    <a:custClr name="Petrol dunkel">
      <a:srgbClr val="3C8C78"/>
    </a:custClr>
    <a:custClr name="Petrol">
      <a:srgbClr val="6EC8A0"/>
    </a:custClr>
    <a:custClr name="Petrol hell">
      <a:srgbClr val="CDF5DC"/>
    </a:custClr>
    <a:custClr name="Lila dunkel">
      <a:srgbClr val="9F547D"/>
    </a:custClr>
    <a:custClr name="Gelb dunkel">
      <a:srgbClr val="E8B721"/>
    </a:custClr>
    <a:custClr name="Rot dunkel">
      <a:srgbClr val="C6323F"/>
    </a:custClr>
    <a:custClr name="Grün hell">
      <a:srgbClr val="309630"/>
    </a:custClr>
    <a:custClr name="Ampel rot">
      <a:srgbClr val="B40000"/>
    </a:custClr>
    <a:custClr name="Ampel gelb">
      <a:srgbClr val="FFCD00"/>
    </a:custClr>
    <a:custClr name="Ampel grün">
      <a:srgbClr val="00780A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C8D9CDDC72AD541B4C07FC0070ADE77" ma:contentTypeVersion="20" ma:contentTypeDescription="Ein neues Dokument erstellen." ma:contentTypeScope="" ma:versionID="7709a8cf9e17d6a947b9b9c570adde9f">
  <xsd:schema xmlns:xsd="http://www.w3.org/2001/XMLSchema" xmlns:xs="http://www.w3.org/2001/XMLSchema" xmlns:p="http://schemas.microsoft.com/office/2006/metadata/properties" xmlns:ns2="066993b7-1e88-4ec3-ab8d-619e678a1c4e" xmlns:ns3="506c2b08-a0f9-4917-8efa-9f374b8a35b1" targetNamespace="http://schemas.microsoft.com/office/2006/metadata/properties" ma:root="true" ma:fieldsID="fd13155ad8c359803de3ce2520e502ed" ns2:_="" ns3:_="">
    <xsd:import namespace="066993b7-1e88-4ec3-ab8d-619e678a1c4e"/>
    <xsd:import namespace="506c2b08-a0f9-4917-8efa-9f374b8a35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i903e209fed84228aefc53c07bbc4291" minOccurs="0"/>
                <xsd:element ref="ns3:TaxCatchAll" minOccurs="0"/>
                <xsd:element ref="ns2:_x0068_ca5" minOccurs="0"/>
                <xsd:element ref="ns2:lcf76f155ced4ddcb4097134ff3c332f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993b7-1e88-4ec3-ab8d-619e678a1c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i903e209fed84228aefc53c07bbc4291" ma:index="20" nillable="true" ma:taxonomy="true" ma:internalName="i903e209fed84228aefc53c07bbc4291" ma:taxonomyFieldName="tag" ma:displayName="tag" ma:readOnly="false" ma:default="" ma:fieldId="{2903e209-fed8-4228-aefc-53c07bbc4291}" ma:taxonomyMulti="true" ma:sspId="12b9b26c-3cee-443e-b974-cf8ae65fbdc1" ma:termSetId="29442e28-53ff-4623-a0ce-3145ceee7845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_x0068_ca5" ma:index="22" nillable="true" ma:displayName="Nummer" ma:internalName="_x0068_ca5">
      <xsd:simpleType>
        <xsd:restriction base="dms:Number"/>
      </xsd:simpleType>
    </xsd:element>
    <xsd:element name="lcf76f155ced4ddcb4097134ff3c332f" ma:index="24" nillable="true" ma:taxonomy="true" ma:internalName="lcf76f155ced4ddcb4097134ff3c332f" ma:taxonomyFieldName="MediaServiceImageTags" ma:displayName="Bildmarkierungen" ma:readOnly="false" ma:fieldId="{5cf76f15-5ced-4ddc-b409-7134ff3c332f}" ma:taxonomyMulti="true" ma:sspId="12b9b26c-3cee-443e-b974-cf8ae65fbd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6c2b08-a0f9-4917-8efa-9f374b8a35b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8895988-6741-4110-bca3-56d56002df6f}" ma:internalName="TaxCatchAll" ma:showField="CatchAllData" ma:web="506c2b08-a0f9-4917-8efa-9f374b8a35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903e209fed84228aefc53c07bbc4291 xmlns="066993b7-1e88-4ec3-ab8d-619e678a1c4e">
      <Terms xmlns="http://schemas.microsoft.com/office/infopath/2007/PartnerControls">
        <TermInfo xmlns="http://schemas.microsoft.com/office/infopath/2007/PartnerControls">
          <TermName xmlns="http://schemas.microsoft.com/office/infopath/2007/PartnerControls">Powerpoint</TermName>
          <TermId xmlns="http://schemas.microsoft.com/office/infopath/2007/PartnerControls">63b510b2-7cf4-43ed-914e-4e3974d71197</TermId>
        </TermInfo>
        <TermInfo xmlns="http://schemas.microsoft.com/office/infopath/2007/PartnerControls">
          <TermName xmlns="http://schemas.microsoft.com/office/infopath/2007/PartnerControls">Student</TermName>
          <TermId xmlns="http://schemas.microsoft.com/office/infopath/2007/PartnerControls">dea9215a-9575-49db-b186-7e4f93fc2d3d</TermId>
        </TermInfo>
      </Terms>
    </i903e209fed84228aefc53c07bbc4291>
    <TaxCatchAll xmlns="506c2b08-a0f9-4917-8efa-9f374b8a35b1">
      <Value>2</Value>
      <Value>3</Value>
    </TaxCatchAll>
    <_x0068_ca5 xmlns="066993b7-1e88-4ec3-ab8d-619e678a1c4e" xsi:nil="true"/>
    <lcf76f155ced4ddcb4097134ff3c332f xmlns="066993b7-1e88-4ec3-ab8d-619e678a1c4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571D834-4B00-49F7-9E5C-D08B88A4D7F9}">
  <ds:schemaRefs>
    <ds:schemaRef ds:uri="066993b7-1e88-4ec3-ab8d-619e678a1c4e"/>
    <ds:schemaRef ds:uri="506c2b08-a0f9-4917-8efa-9f374b8a35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2E3DD74-1EFA-48E8-9D1B-9CF44FA9A8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5DC53D-C7D0-44C6-92C4-773B9015818B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506c2b08-a0f9-4917-8efa-9f374b8a35b1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066993b7-1e88-4ec3-ab8d-619e678a1c4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WSKL_Presentation</Template>
  <TotalTime>5472</TotalTime>
  <Words>146</Words>
  <Application>Microsoft Office PowerPoint</Application>
  <PresentationFormat>Widescreen</PresentationFormat>
  <Paragraphs>46</Paragraphs>
  <Slides>12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CMR12</vt:lpstr>
      <vt:lpstr>Gabriola</vt:lpstr>
      <vt:lpstr>Symbol</vt:lpstr>
      <vt:lpstr>Wingdings</vt:lpstr>
      <vt:lpstr>Folienmaster</vt:lpstr>
      <vt:lpstr>think-cell Folie</vt:lpstr>
      <vt:lpstr>PowerPoint Presentation</vt:lpstr>
      <vt:lpstr>Agenda</vt:lpstr>
      <vt:lpstr>Review of Week 1 and Week 2</vt:lpstr>
      <vt:lpstr>Shape Generators</vt:lpstr>
      <vt:lpstr>Importing SVG Files</vt:lpstr>
      <vt:lpstr>2D Drawing to Assembly</vt:lpstr>
      <vt:lpstr>Complex Geometry</vt:lpstr>
      <vt:lpstr>Project</vt:lpstr>
      <vt:lpstr>Project</vt:lpstr>
      <vt:lpstr>Innovation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MEERAN ALI- KHAN</dc:creator>
  <cp:lastModifiedBy>MEERAN ALI- KHAN</cp:lastModifiedBy>
  <cp:revision>70</cp:revision>
  <cp:lastPrinted>2024-12-03T21:16:50Z</cp:lastPrinted>
  <dcterms:created xsi:type="dcterms:W3CDTF">2024-04-12T19:15:39Z</dcterms:created>
  <dcterms:modified xsi:type="dcterms:W3CDTF">2025-12-06T16:07:08Z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0x0101006C8D9CDDC72AD541B4C07FC0070ADE77</vt:lpwstr>
  </property>
  <property fmtid="{D5CDD505-2E9C-101B-9397-08002B2CF9AE}" pid="3" name="tag">
    <vt:lpwstr>2;#Powerpoint|63b510b2-7cf4-43ed-914e-4e3974d71197;#3;#Student|dea9215a-9575-49db-b186-7e4f93fc2d3d</vt:lpwstr>
  </property>
</Properties>
</file>