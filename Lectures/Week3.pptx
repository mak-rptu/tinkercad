
<file path=[Content_Types].xml><?xml version="1.0" encoding="utf-8"?>
<Types xmlns="http://schemas.openxmlformats.org/package/2006/content-types">
  <Default Extension="bin" ContentType="application/vnd.openxmlformats-officedocument.oleObject"/>
  <Default Extension="emf" ContentType="image/x-emf"/>
  <Default Extension="jpeg" ContentType="image/jpeg"/>
  <Default Extension="png" ContentType="image/png"/>
  <Default Extension="rels" ContentType="application/vnd.openxmlformats-package.relationships+xml"/>
  <Default Extension="xml" ContentType="application/xml"/>
  <Override PartName="/ppt/presentation.xml" ContentType="application/vnd.openxmlformats-officedocument.presentationml.presentation.main+xml"/>
  <Override PartName="/customXml/itemProps1.xml" ContentType="application/vnd.openxmlformats-officedocument.customXmlProperties+xml"/>
  <Override PartName="/customXml/itemProps2.xml" ContentType="application/vnd.openxmlformats-officedocument.customXmlProperties+xml"/>
  <Override PartName="/customXml/itemProps3.xml" ContentType="application/vnd.openxmlformats-officedocument.customXmlProperties+xml"/>
  <Override PartName="/ppt/slideMasters/slideMaster1.xml" ContentType="application/vnd.openxmlformats-officedocument.presentationml.slideMaster+xml"/>
  <Override PartName="/ppt/slides/slide1.xml" ContentType="application/vnd.openxmlformats-officedocument.presentationml.slide+xml"/>
  <Override PartName="/ppt/slides/slide2.xml" ContentType="application/vnd.openxmlformats-officedocument.presentationml.slide+xml"/>
  <Override PartName="/ppt/slides/slide3.xml" ContentType="application/vnd.openxmlformats-officedocument.presentationml.slide+xml"/>
  <Override PartName="/ppt/slides/slide4.xml" ContentType="application/vnd.openxmlformats-officedocument.presentationml.slide+xml"/>
  <Override PartName="/ppt/slides/slide5.xml" ContentType="application/vnd.openxmlformats-officedocument.presentationml.slide+xml"/>
  <Override PartName="/ppt/slides/slide6.xml" ContentType="application/vnd.openxmlformats-officedocument.presentationml.slide+xml"/>
  <Override PartName="/ppt/slides/slide7.xml" ContentType="application/vnd.openxmlformats-officedocument.presentationml.slide+xml"/>
  <Override PartName="/ppt/slides/slide8.xml" ContentType="application/vnd.openxmlformats-officedocument.presentationml.slide+xml"/>
  <Override PartName="/ppt/slides/slide9.xml" ContentType="application/vnd.openxmlformats-officedocument.presentationml.slide+xml"/>
  <Override PartName="/ppt/slides/slide10.xml" ContentType="application/vnd.openxmlformats-officedocument.presentationml.slide+xml"/>
  <Override PartName="/ppt/slides/slide11.xml" ContentType="application/vnd.openxmlformats-officedocument.presentationml.slide+xml"/>
  <Override PartName="/ppt/notesMasters/notesMaster1.xml" ContentType="application/vnd.openxmlformats-officedocument.presentationml.notesMaster+xml"/>
  <Override PartName="/ppt/handoutMasters/handoutMaster1.xml" ContentType="application/vnd.openxmlformats-officedocument.presentationml.handoutMaster+xml"/>
  <Override PartName="/ppt/tags/tag1.xml" ContentType="application/vnd.openxmlformats-officedocument.presentationml.tags+xml"/>
  <Override PartName="/ppt/commentAuthors.xml" ContentType="application/vnd.openxmlformats-officedocument.presentationml.commentAuthors+xml"/>
  <Override PartName="/ppt/presProps.xml" ContentType="application/vnd.openxmlformats-officedocument.presentationml.presProps+xml"/>
  <Override PartName="/ppt/viewProps.xml" ContentType="application/vnd.openxmlformats-officedocument.presentationml.viewProps+xml"/>
  <Override PartName="/ppt/theme/theme1.xml" ContentType="application/vnd.openxmlformats-officedocument.theme+xml"/>
  <Override PartName="/ppt/tableStyles.xml" ContentType="application/vnd.openxmlformats-officedocument.presentationml.tableStyles+xml"/>
  <Override PartName="/ppt/slideLayouts/slideLayout1.xml" ContentType="application/vnd.openxmlformats-officedocument.presentationml.slideLayout+xml"/>
  <Override PartName="/ppt/slideLayouts/slideLayout2.xml" ContentType="application/vnd.openxmlformats-officedocument.presentationml.slideLayout+xml"/>
  <Override PartName="/ppt/slideLayouts/slideLayout3.xml" ContentType="application/vnd.openxmlformats-officedocument.presentationml.slideLayout+xml"/>
  <Override PartName="/ppt/slideLayouts/slideLayout4.xml" ContentType="application/vnd.openxmlformats-officedocument.presentationml.slideLayout+xml"/>
  <Override PartName="/ppt/slideLayouts/slideLayout5.xml" ContentType="application/vnd.openxmlformats-officedocument.presentationml.slideLayout+xml"/>
  <Override PartName="/ppt/slideLayouts/slideLayout6.xml" ContentType="application/vnd.openxmlformats-officedocument.presentationml.slideLayout+xml"/>
  <Override PartName="/ppt/slideLayouts/slideLayout7.xml" ContentType="application/vnd.openxmlformats-officedocument.presentationml.slideLayout+xml"/>
  <Override PartName="/ppt/slideLayouts/slideLayout8.xml" ContentType="application/vnd.openxmlformats-officedocument.presentationml.slideLayout+xml"/>
  <Override PartName="/ppt/slideLayouts/slideLayout9.xml" ContentType="application/vnd.openxmlformats-officedocument.presentationml.slideLayout+xml"/>
  <Override PartName="/ppt/slideLayouts/slideLayout10.xml" ContentType="application/vnd.openxmlformats-officedocument.presentationml.slideLayout+xml"/>
  <Override PartName="/ppt/slideLayouts/slideLayout11.xml" ContentType="application/vnd.openxmlformats-officedocument.presentationml.slideLayout+xml"/>
  <Override PartName="/ppt/slideLayouts/slideLayout12.xml" ContentType="application/vnd.openxmlformats-officedocument.presentationml.slideLayout+xml"/>
  <Override PartName="/ppt/slideLayouts/slideLayout13.xml" ContentType="application/vnd.openxmlformats-officedocument.presentationml.slideLayout+xml"/>
  <Override PartName="/ppt/slideLayouts/slideLayout14.xml" ContentType="application/vnd.openxmlformats-officedocument.presentationml.slideLayout+xml"/>
  <Override PartName="/ppt/slideLayouts/slideLayout15.xml" ContentType="application/vnd.openxmlformats-officedocument.presentationml.slideLayout+xml"/>
  <Override PartName="/ppt/slideLayouts/slideLayout16.xml" ContentType="application/vnd.openxmlformats-officedocument.presentationml.slideLayout+xml"/>
  <Override PartName="/ppt/slideLayouts/slideLayout17.xml" ContentType="application/vnd.openxmlformats-officedocument.presentationml.slideLayout+xml"/>
  <Override PartName="/ppt/slideLayouts/slideLayout18.xml" ContentType="application/vnd.openxmlformats-officedocument.presentationml.slideLayout+xml"/>
  <Override PartName="/ppt/slideLayouts/slideLayout19.xml" ContentType="application/vnd.openxmlformats-officedocument.presentationml.slideLayout+xml"/>
  <Override PartName="/ppt/slideLayouts/slideLayout20.xml" ContentType="application/vnd.openxmlformats-officedocument.presentationml.slideLayout+xml"/>
  <Override PartName="/ppt/slideLayouts/slideLayout21.xml" ContentType="application/vnd.openxmlformats-officedocument.presentationml.slideLayout+xml"/>
  <Override PartName="/ppt/slideLayouts/slideLayout22.xml" ContentType="application/vnd.openxmlformats-officedocument.presentationml.slideLayout+xml"/>
  <Override PartName="/ppt/slideLayouts/slideLayout23.xml" ContentType="application/vnd.openxmlformats-officedocument.presentationml.slideLayout+xml"/>
  <Override PartName="/ppt/slideLayouts/slideLayout24.xml" ContentType="application/vnd.openxmlformats-officedocument.presentationml.slideLayout+xml"/>
  <Override PartName="/ppt/slideLayouts/slideLayout25.xml" ContentType="application/vnd.openxmlformats-officedocument.presentationml.slideLayout+xml"/>
  <Override PartName="/ppt/tags/tag2.xml" ContentType="application/vnd.openxmlformats-officedocument.presentationml.tags+xml"/>
  <Override PartName="/ppt/tags/tag3.xml" ContentType="application/vnd.openxmlformats-officedocument.presentationml.tags+xml"/>
  <Override PartName="/ppt/tags/tag4.xml" ContentType="application/vnd.openxmlformats-officedocument.presentationml.tags+xml"/>
  <Override PartName="/ppt/tags/tag5.xml" ContentType="application/vnd.openxmlformats-officedocument.presentationml.tags+xml"/>
  <Override PartName="/ppt/tags/tag6.xml" ContentType="application/vnd.openxmlformats-officedocument.presentationml.tags+xml"/>
  <Override PartName="/ppt/tags/tag7.xml" ContentType="application/vnd.openxmlformats-officedocument.presentationml.tags+xml"/>
  <Override PartName="/ppt/tags/tag8.xml" ContentType="application/vnd.openxmlformats-officedocument.presentationml.tags+xml"/>
  <Override PartName="/ppt/tags/tag9.xml" ContentType="application/vnd.openxmlformats-officedocument.presentationml.tags+xml"/>
  <Override PartName="/ppt/tags/tag10.xml" ContentType="application/vnd.openxmlformats-officedocument.presentationml.tags+xml"/>
  <Override PartName="/ppt/tags/tag11.xml" ContentType="application/vnd.openxmlformats-officedocument.presentationml.tags+xml"/>
  <Override PartName="/ppt/tags/tag12.xml" ContentType="application/vnd.openxmlformats-officedocument.presentationml.tags+xml"/>
  <Override PartName="/ppt/tags/tag13.xml" ContentType="application/vnd.openxmlformats-officedocument.presentationml.tags+xml"/>
  <Override PartName="/ppt/tags/tag14.xml" ContentType="application/vnd.openxmlformats-officedocument.presentationml.tags+xml"/>
  <Override PartName="/ppt/theme/theme2.xml" ContentType="application/vnd.openxmlformats-officedocument.theme+xml"/>
  <Override PartName="/ppt/theme/theme3.xml" ContentType="application/vnd.openxmlformats-officedocument.theme+xml"/>
  <Override PartName="/ppt/notesSlides/notesSlide1.xml" ContentType="application/vnd.openxmlformats-officedocument.presentationml.notesSlide+xml"/>
  <Override PartName="/ppt/notesSlides/notesSlide2.xml" ContentType="application/vnd.openxmlformats-officedocument.presentationml.notesSlide+xml"/>
  <Override PartName="/ppt/notesSlides/notesSlide3.xml" ContentType="application/vnd.openxmlformats-officedocument.presentationml.notesSlide+xml"/>
  <Override PartName="/ppt/notesSlides/notesSlide4.xml" ContentType="application/vnd.openxmlformats-officedocument.presentationml.notesSlide+xml"/>
  <Override PartName="/ppt/changesInfos/changesInfo1.xml" ContentType="application/vnd.ms-powerpoint.changesinfo+xml"/>
  <Override PartName="/docProps/core.xml" ContentType="application/vnd.openxmlformats-package.core-properties+xml"/>
  <Override PartName="/docProps/app.xml" ContentType="application/vnd.openxmlformats-officedocument.extended-properties+xml"/>
  <Override PartName="/docProps/custom.xml" ContentType="application/vnd.openxmlformats-officedocument.custom-properties+xml"/>
</Types>
</file>

<file path=_rels/.rels><?xml version="1.0" encoding="UTF-8" standalone="yes"?>
<Relationships xmlns="http://schemas.openxmlformats.org/package/2006/relationships"><Relationship Id="rId3" Type="http://schemas.openxmlformats.org/package/2006/relationships/metadata/core-properties" Target="docProps/core.xml"/><Relationship Id="rId2" Type="http://schemas.openxmlformats.org/package/2006/relationships/metadata/thumbnail" Target="docProps/thumbnail.jpeg"/><Relationship Id="rId1" Type="http://schemas.openxmlformats.org/officeDocument/2006/relationships/officeDocument" Target="ppt/presentation.xml"/><Relationship Id="rId5" Type="http://schemas.openxmlformats.org/officeDocument/2006/relationships/custom-properties" Target="docProps/custom.xml"/><Relationship Id="rId4" Type="http://schemas.openxmlformats.org/officeDocument/2006/relationships/extended-properties" Target="docProps/app.xml"/></Relationships>
</file>

<file path=ppt/presentation.xml><?xml version="1.0" encoding="utf-8"?>
<p:presentation xmlns:a="http://schemas.openxmlformats.org/drawingml/2006/main" xmlns:r="http://schemas.openxmlformats.org/officeDocument/2006/relationships" xmlns:p="http://schemas.openxmlformats.org/presentationml/2006/main" showSpecialPlsOnTitleSld="0" saveSubsetFonts="1" autoCompressPictures="0">
  <p:sldMasterIdLst>
    <p:sldMasterId id="2147483684" r:id="rId4"/>
  </p:sldMasterIdLst>
  <p:notesMasterIdLst>
    <p:notesMasterId r:id="rId16"/>
  </p:notesMasterIdLst>
  <p:handoutMasterIdLst>
    <p:handoutMasterId r:id="rId17"/>
  </p:handoutMasterIdLst>
  <p:sldIdLst>
    <p:sldId id="330" r:id="rId5"/>
    <p:sldId id="329" r:id="rId6"/>
    <p:sldId id="364" r:id="rId7"/>
    <p:sldId id="353" r:id="rId8"/>
    <p:sldId id="363" r:id="rId9"/>
    <p:sldId id="354" r:id="rId10"/>
    <p:sldId id="355" r:id="rId11"/>
    <p:sldId id="365" r:id="rId12"/>
    <p:sldId id="362" r:id="rId13"/>
    <p:sldId id="346" r:id="rId14"/>
    <p:sldId id="352" r:id="rId15"/>
  </p:sldIdLst>
  <p:sldSz cx="12192000" cy="6858000"/>
  <p:notesSz cx="7315200" cy="9601200"/>
  <p:custDataLst>
    <p:tags r:id="rId18"/>
  </p:custDataLst>
  <p:defaultTextStyle>
    <a:defPPr>
      <a:defRPr lang="de-DE"/>
    </a:defPPr>
    <a:lvl1pPr marL="0" algn="l" defTabSz="457158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1pPr>
    <a:lvl2pPr marL="457158" algn="l" defTabSz="457158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2pPr>
    <a:lvl3pPr marL="914316" algn="l" defTabSz="457158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3pPr>
    <a:lvl4pPr marL="1371474" algn="l" defTabSz="457158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4pPr>
    <a:lvl5pPr marL="1828633" algn="l" defTabSz="457158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5pPr>
    <a:lvl6pPr marL="2285792" algn="l" defTabSz="457158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6pPr>
    <a:lvl7pPr marL="2742950" algn="l" defTabSz="457158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7pPr>
    <a:lvl8pPr marL="3200108" algn="l" defTabSz="457158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8pPr>
    <a:lvl9pPr marL="3657266" algn="l" defTabSz="457158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9pPr>
  </p:defaultTextStyle>
  <p:extLst>
    <p:ext uri="{521415D9-36F7-43E2-AB2F-B90AF26B5E84}">
      <p14:sectionLst xmlns:p14="http://schemas.microsoft.com/office/powerpoint/2010/main">
        <p14:section name="Titelfolien" id="{66C6D4F7-67C4-4C49-AF1B-2FFD9C9683A2}">
          <p14:sldIdLst>
            <p14:sldId id="330"/>
          </p14:sldIdLst>
        </p14:section>
        <p14:section name="Allgemein" id="{A318546E-EA3E-3045-BC6B-CC56B9C3DAA3}">
          <p14:sldIdLst>
            <p14:sldId id="329"/>
            <p14:sldId id="364"/>
            <p14:sldId id="353"/>
            <p14:sldId id="363"/>
            <p14:sldId id="354"/>
            <p14:sldId id="355"/>
            <p14:sldId id="365"/>
            <p14:sldId id="362"/>
            <p14:sldId id="346"/>
            <p14:sldId id="352"/>
          </p14:sldIdLst>
        </p14:section>
      </p14:sectionLst>
    </p:ext>
    <p:ext uri="{EFAFB233-063F-42B5-8137-9DF3F51BA10A}">
      <p15:sldGuideLst xmlns:p15="http://schemas.microsoft.com/office/powerpoint/2012/main"/>
    </p:ext>
    <p:ext uri="{2D200454-40CA-4A62-9FC3-DE9A4176ACB9}">
      <p15:notesGuideLst xmlns:p15="http://schemas.microsoft.com/office/powerpoint/2012/main">
        <p15:guide id="1" orient="horz" pos="3024" userDrawn="1">
          <p15:clr>
            <a:srgbClr val="A4A3A4"/>
          </p15:clr>
        </p15:guide>
        <p15:guide id="2" pos="2304" userDrawn="1">
          <p15:clr>
            <a:srgbClr val="A4A3A4"/>
          </p15:clr>
        </p15:guide>
      </p15:notesGuideLst>
    </p:ext>
  </p:extLst>
</p:presentation>
</file>

<file path=ppt/commentAuthors.xml><?xml version="1.0" encoding="utf-8"?>
<p:cmAuthorLst xmlns:a="http://schemas.openxmlformats.org/drawingml/2006/main" xmlns:r="http://schemas.openxmlformats.org/officeDocument/2006/relationships" xmlns:p="http://schemas.openxmlformats.org/presentationml/2006/main">
  <p:cmAuthor id="2" name="Autor" initials="A" lastIdx="0" clrIdx="1"/>
</p:cmAuthorLst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>
  <p:prnPr scaleToFitPaper="1"/>
  <p:showPr showNarration="1">
    <p:present/>
    <p:sldAll/>
    <p:penClr>
      <a:prstClr val="red"/>
    </p:penClr>
    <p:extLst>
      <p:ext uri="{EC167BDD-8182-4AB7-AECC-EB403E3ABB37}">
        <p14:laserClr xmlns:p14="http://schemas.microsoft.com/office/powerpoint/2010/main">
          <a:srgbClr val="FF0000"/>
        </p14:laserClr>
      </p:ext>
      <p:ext uri="{2FDB2607-1784-4EEB-B798-7EB5836EED8A}">
        <p14:showMediaCtrls xmlns:p14="http://schemas.microsoft.com/office/powerpoint/2010/main" val="1"/>
      </p:ext>
    </p:extLst>
  </p:showPr>
  <p:clrMru>
    <a:srgbClr val="53585D"/>
    <a:srgbClr val="3C3C3C"/>
    <a:srgbClr val="718A34"/>
    <a:srgbClr val="CF191E"/>
    <a:srgbClr val="EA0E10"/>
    <a:srgbClr val="1804B3"/>
    <a:srgbClr val="DCDEE0"/>
    <a:srgbClr val="FF5800"/>
    <a:srgbClr val="737B82"/>
    <a:srgbClr val="B9BDC0"/>
  </p:clrMru>
  <p:extLst>
    <p:ext uri="{E76CE94A-603C-4142-B9EB-6D1370010A27}">
      <p14:discardImageEditData xmlns:p14="http://schemas.microsoft.com/office/powerpoint/2010/main" val="0"/>
    </p:ext>
    <p:ext uri="{D31A062A-798A-4329-ABDD-BBA856620510}">
      <p14:defaultImageDpi xmlns:p14="http://schemas.microsoft.com/office/powerpoint/2010/main" val="0"/>
    </p:ext>
    <p:ext uri="{FD5EFAAD-0ECE-453E-9831-46B23BE46B34}">
      <p15:chartTrackingRefBased xmlns:p15="http://schemas.microsoft.com/office/powerpoint/2012/main" val="0"/>
    </p:ext>
  </p:extLst>
</p:presentationPr>
</file>

<file path=ppt/tableStyles.xml><?xml version="1.0" encoding="utf-8"?>
<a:tblStyleLst xmlns:a="http://schemas.openxmlformats.org/drawingml/2006/main" def="{D27102A9-8310-4765-A935-A1911B00CA55}">
  <a:tblStyle styleId="{5C22544A-7EE6-4342-B048-85BDC9FD1C3A}" styleName="Mittlere Formatvorlage 2 - Akzent 1">
    <a:wholeTbl>
      <a:tcTxStyle>
        <a:fontRef idx="minor">
          <a:prstClr val="black"/>
        </a:fontRef>
        <a:schemeClr val="dk1"/>
      </a:tcTxStyle>
      <a:tcStyle>
        <a:tcBdr>
          <a:left>
            <a:ln w="12700" cmpd="sng">
              <a:solidFill>
                <a:schemeClr val="lt1"/>
              </a:solidFill>
            </a:ln>
          </a:left>
          <a:right>
            <a:ln w="12700" cmpd="sng">
              <a:solidFill>
                <a:schemeClr val="lt1"/>
              </a:solidFill>
            </a:ln>
          </a:right>
          <a:top>
            <a:ln w="12700" cmpd="sng">
              <a:solidFill>
                <a:schemeClr val="lt1"/>
              </a:solidFill>
            </a:ln>
          </a:top>
          <a:bottom>
            <a:ln w="12700" cmpd="sng">
              <a:solidFill>
                <a:schemeClr val="lt1"/>
              </a:solidFill>
            </a:ln>
          </a:bottom>
          <a:insideH>
            <a:ln w="12700" cmpd="sng">
              <a:solidFill>
                <a:schemeClr val="lt1"/>
              </a:solidFill>
            </a:ln>
          </a:insideH>
          <a:insideV>
            <a:ln w="12700" cmpd="sng">
              <a:solidFill>
                <a:schemeClr val="lt1"/>
              </a:solidFill>
            </a:ln>
          </a:insideV>
        </a:tcBdr>
        <a:fill>
          <a:solidFill>
            <a:schemeClr val="accent1">
              <a:tint val="20000"/>
            </a:schemeClr>
          </a:solidFill>
        </a:fill>
      </a:tcStyle>
    </a:wholeTbl>
    <a:band1H>
      <a:tcStyle>
        <a:tcBdr/>
        <a:fill>
          <a:solidFill>
            <a:schemeClr val="accent1">
              <a:tint val="40000"/>
            </a:schemeClr>
          </a:solidFill>
        </a:fill>
      </a:tcStyle>
    </a:band1H>
    <a:band2H>
      <a:tcStyle>
        <a:tcBdr/>
      </a:tcStyle>
    </a:band2H>
    <a:band1V>
      <a:tcStyle>
        <a:tcBdr/>
        <a:fill>
          <a:solidFill>
            <a:schemeClr val="accent1">
              <a:tint val="40000"/>
            </a:schemeClr>
          </a:solidFill>
        </a:fill>
      </a:tcStyle>
    </a:band1V>
    <a:band2V>
      <a:tcStyle>
        <a:tcBdr/>
      </a:tcStyle>
    </a:band2V>
    <a:lastCol>
      <a:tcTxStyle b="on">
        <a:fontRef idx="minor">
          <a:prstClr val="black"/>
        </a:fontRef>
        <a:schemeClr val="lt1"/>
      </a:tcTxStyle>
      <a:tcStyle>
        <a:tcBdr/>
        <a:fill>
          <a:solidFill>
            <a:schemeClr val="accent1"/>
          </a:solidFill>
        </a:fill>
      </a:tcStyle>
    </a:lastCol>
    <a:firstCol>
      <a:tcTxStyle b="on">
        <a:fontRef idx="minor">
          <a:prstClr val="black"/>
        </a:fontRef>
        <a:schemeClr val="lt1"/>
      </a:tcTxStyle>
      <a:tcStyle>
        <a:tcBdr/>
        <a:fill>
          <a:solidFill>
            <a:schemeClr val="accent1"/>
          </a:solidFill>
        </a:fill>
      </a:tcStyle>
    </a:firstCol>
    <a:lastRow>
      <a:tcTxStyle b="on">
        <a:fontRef idx="minor">
          <a:prstClr val="black"/>
        </a:fontRef>
        <a:schemeClr val="lt1"/>
      </a:tcTxStyle>
      <a:tcStyle>
        <a:tcBdr>
          <a:top>
            <a:ln w="38100" cmpd="sng">
              <a:solidFill>
                <a:schemeClr val="lt1"/>
              </a:solidFill>
            </a:ln>
          </a:top>
        </a:tcBdr>
        <a:fill>
          <a:solidFill>
            <a:schemeClr val="accent1"/>
          </a:solidFill>
        </a:fill>
      </a:tcStyle>
    </a:lastRow>
    <a:firstRow>
      <a:tcTxStyle b="on">
        <a:fontRef idx="minor">
          <a:prstClr val="black"/>
        </a:fontRef>
        <a:schemeClr val="lt1"/>
      </a:tcTxStyle>
      <a:tcStyle>
        <a:tcBdr>
          <a:bottom>
            <a:ln w="38100" cmpd="sng">
              <a:solidFill>
                <a:schemeClr val="lt1"/>
              </a:solidFill>
            </a:ln>
          </a:bottom>
        </a:tcBdr>
        <a:fill>
          <a:solidFill>
            <a:schemeClr val="accent1"/>
          </a:solidFill>
        </a:fill>
      </a:tcStyle>
    </a:firstRow>
  </a:tblStyle>
  <a:tblStyle styleId="{B301B821-A1FF-4177-AEE7-76D212191A09}" styleName="Mittlere Formatvorlage 1 - Akzent 1">
    <a:wholeTbl>
      <a:tcTxStyle>
        <a:fontRef idx="minor">
          <a:scrgbClr r="0" g="0" b="0"/>
        </a:fontRef>
        <a:schemeClr val="dk1"/>
      </a:tcTxStyle>
      <a:tcStyle>
        <a:tcBdr>
          <a:left>
            <a:ln w="12700" cmpd="sng">
              <a:solidFill>
                <a:schemeClr val="accent1"/>
              </a:solidFill>
            </a:ln>
          </a:left>
          <a:right>
            <a:ln w="12700" cmpd="sng">
              <a:solidFill>
                <a:schemeClr val="accent1"/>
              </a:solidFill>
            </a:ln>
          </a:right>
          <a:top>
            <a:ln w="12700" cmpd="sng">
              <a:solidFill>
                <a:schemeClr val="accent1"/>
              </a:solidFill>
            </a:ln>
          </a:top>
          <a:bottom>
            <a:ln w="12700" cmpd="sng">
              <a:solidFill>
                <a:schemeClr val="accent1"/>
              </a:solidFill>
            </a:ln>
          </a:bottom>
          <a:insideH>
            <a:ln w="12700" cmpd="sng">
              <a:solidFill>
                <a:schemeClr val="accent1"/>
              </a:solidFill>
            </a:ln>
          </a:insideH>
          <a:insideV>
            <a:ln>
              <a:noFill/>
            </a:ln>
          </a:insideV>
        </a:tcBdr>
        <a:fill>
          <a:solidFill>
            <a:schemeClr val="lt1"/>
          </a:solidFill>
        </a:fill>
      </a:tcStyle>
    </a:wholeTbl>
    <a:band1H>
      <a:tcStyle>
        <a:tcBdr/>
        <a:fill>
          <a:solidFill>
            <a:schemeClr val="accent1">
              <a:tint val="20000"/>
            </a:schemeClr>
          </a:solidFill>
        </a:fill>
      </a:tcStyle>
    </a:band1H>
    <a:band1V>
      <a:tcStyle>
        <a:tcBdr/>
        <a:fill>
          <a:solidFill>
            <a:schemeClr val="accent1">
              <a:tint val="20000"/>
            </a:schemeClr>
          </a:solidFill>
        </a:fill>
      </a:tcStyle>
    </a:band1V>
    <a:lastCol>
      <a:tcTxStyle b="on"/>
      <a:tcStyle>
        <a:tcBdr/>
      </a:tcStyle>
    </a:lastCol>
    <a:firstCol>
      <a:tcTxStyle b="on"/>
      <a:tcStyle>
        <a:tcBdr/>
      </a:tcStyle>
    </a:firstCol>
    <a:lastRow>
      <a:tcTxStyle b="on"/>
      <a:tcStyle>
        <a:tcBdr>
          <a:top>
            <a:ln w="50800" cmpd="dbl">
              <a:solidFill>
                <a:schemeClr val="accent1"/>
              </a:solidFill>
            </a:ln>
          </a:top>
        </a:tcBdr>
        <a:fill>
          <a:solidFill>
            <a:schemeClr val="lt1"/>
          </a:solidFill>
        </a:fill>
      </a:tcStyle>
    </a:lastRow>
    <a:firstRow>
      <a:tcTxStyle b="on">
        <a:fontRef idx="minor">
          <a:scrgbClr r="0" g="0" b="0"/>
        </a:fontRef>
        <a:schemeClr val="lt1"/>
      </a:tcTxStyle>
      <a:tcStyle>
        <a:tcBdr/>
        <a:fill>
          <a:solidFill>
            <a:schemeClr val="accent1"/>
          </a:solidFill>
        </a:fill>
      </a:tcStyle>
    </a:firstRow>
  </a:tblStyle>
  <a:tblStyle styleId="{46F890A9-2807-4EBB-B81D-B2AA78EC7F39}" styleName="Dunkle Formatvorlage 2 - Akzent 5/Akzent 6">
    <a:wholeTbl>
      <a:tcTxStyle>
        <a:fontRef idx="minor">
          <a:scrgbClr r="0" g="0" b="0"/>
        </a:fontRef>
        <a:schemeClr val="dk1"/>
      </a:tcTxStyle>
      <a:tcStyle>
        <a:tcBdr>
          <a:left>
            <a:ln>
              <a:noFill/>
            </a:ln>
          </a:left>
          <a:right>
            <a:ln>
              <a:noFill/>
            </a:ln>
          </a:right>
          <a:top>
            <a:ln>
              <a:noFill/>
            </a:ln>
          </a:top>
          <a:bottom>
            <a:ln>
              <a:noFill/>
            </a:ln>
          </a:bottom>
          <a:insideH>
            <a:ln>
              <a:noFill/>
            </a:ln>
          </a:insideH>
          <a:insideV>
            <a:ln>
              <a:noFill/>
            </a:ln>
          </a:insideV>
        </a:tcBdr>
        <a:fill>
          <a:solidFill>
            <a:schemeClr val="accent5">
              <a:tint val="20000"/>
            </a:schemeClr>
          </a:solidFill>
        </a:fill>
      </a:tcStyle>
    </a:wholeTbl>
    <a:band1H>
      <a:tcStyle>
        <a:tcBdr/>
        <a:fill>
          <a:solidFill>
            <a:schemeClr val="accent5">
              <a:tint val="40000"/>
            </a:schemeClr>
          </a:solidFill>
        </a:fill>
      </a:tcStyle>
    </a:band1H>
    <a:band1V>
      <a:tcStyle>
        <a:tcBdr/>
        <a:fill>
          <a:solidFill>
            <a:schemeClr val="accent5">
              <a:tint val="40000"/>
            </a:schemeClr>
          </a:solidFill>
        </a:fill>
      </a:tcStyle>
    </a:band1V>
    <a:lastCol>
      <a:tcTxStyle b="on"/>
      <a:tcStyle>
        <a:tcBdr/>
      </a:tcStyle>
    </a:lastCol>
    <a:firstCol>
      <a:tcTxStyle b="on"/>
      <a:tcStyle>
        <a:tcBdr/>
      </a:tcStyle>
    </a:firstCol>
    <a:lastRow>
      <a:tcTxStyle b="on"/>
      <a:tcStyle>
        <a:tcBdr>
          <a:top>
            <a:ln w="50800" cmpd="dbl">
              <a:solidFill>
                <a:schemeClr val="dk1"/>
              </a:solidFill>
            </a:ln>
          </a:top>
        </a:tcBdr>
        <a:fill>
          <a:solidFill>
            <a:schemeClr val="accent5">
              <a:tint val="20000"/>
            </a:schemeClr>
          </a:solidFill>
        </a:fill>
      </a:tcStyle>
    </a:lastRow>
    <a:firstRow>
      <a:tcTxStyle b="on">
        <a:fontRef idx="minor">
          <a:scrgbClr r="0" g="0" b="0"/>
        </a:fontRef>
        <a:schemeClr val="lt1"/>
      </a:tcTxStyle>
      <a:tcStyle>
        <a:tcBdr/>
        <a:fill>
          <a:solidFill>
            <a:schemeClr val="accent6"/>
          </a:solidFill>
        </a:fill>
      </a:tcStyle>
    </a:firstRow>
  </a:tblStyle>
  <a:tblStyle styleId="{91EBBBCC-DAD2-459C-BE2E-F6DE35CF9A28}" styleName="Dunkle Formatvorlage 2 - Akzent 3/Akzent 4">
    <a:wholeTbl>
      <a:tcTxStyle>
        <a:fontRef idx="minor">
          <a:scrgbClr r="0" g="0" b="0"/>
        </a:fontRef>
        <a:schemeClr val="dk1"/>
      </a:tcTxStyle>
      <a:tcStyle>
        <a:tcBdr>
          <a:left>
            <a:ln>
              <a:noFill/>
            </a:ln>
          </a:left>
          <a:right>
            <a:ln>
              <a:noFill/>
            </a:ln>
          </a:right>
          <a:top>
            <a:ln>
              <a:noFill/>
            </a:ln>
          </a:top>
          <a:bottom>
            <a:ln>
              <a:noFill/>
            </a:ln>
          </a:bottom>
          <a:insideH>
            <a:ln>
              <a:noFill/>
            </a:ln>
          </a:insideH>
          <a:insideV>
            <a:ln>
              <a:noFill/>
            </a:ln>
          </a:insideV>
        </a:tcBdr>
        <a:fill>
          <a:solidFill>
            <a:schemeClr val="accent3">
              <a:tint val="20000"/>
            </a:schemeClr>
          </a:solidFill>
        </a:fill>
      </a:tcStyle>
    </a:wholeTbl>
    <a:band1H>
      <a:tcStyle>
        <a:tcBdr/>
        <a:fill>
          <a:solidFill>
            <a:schemeClr val="accent3">
              <a:tint val="40000"/>
            </a:schemeClr>
          </a:solidFill>
        </a:fill>
      </a:tcStyle>
    </a:band1H>
    <a:band1V>
      <a:tcStyle>
        <a:tcBdr/>
        <a:fill>
          <a:solidFill>
            <a:schemeClr val="accent3">
              <a:tint val="40000"/>
            </a:schemeClr>
          </a:solidFill>
        </a:fill>
      </a:tcStyle>
    </a:band1V>
    <a:lastCol>
      <a:tcTxStyle b="on"/>
      <a:tcStyle>
        <a:tcBdr/>
      </a:tcStyle>
    </a:lastCol>
    <a:firstCol>
      <a:tcTxStyle b="on"/>
      <a:tcStyle>
        <a:tcBdr/>
      </a:tcStyle>
    </a:firstCol>
    <a:lastRow>
      <a:tcTxStyle b="on"/>
      <a:tcStyle>
        <a:tcBdr>
          <a:top>
            <a:ln w="50800" cmpd="dbl">
              <a:solidFill>
                <a:schemeClr val="dk1"/>
              </a:solidFill>
            </a:ln>
          </a:top>
        </a:tcBdr>
        <a:fill>
          <a:solidFill>
            <a:schemeClr val="accent3">
              <a:tint val="20000"/>
            </a:schemeClr>
          </a:solidFill>
        </a:fill>
      </a:tcStyle>
    </a:lastRow>
    <a:firstRow>
      <a:tcTxStyle b="on">
        <a:fontRef idx="minor">
          <a:scrgbClr r="0" g="0" b="0"/>
        </a:fontRef>
        <a:schemeClr val="lt1"/>
      </a:tcTxStyle>
      <a:tcStyle>
        <a:tcBdr/>
        <a:fill>
          <a:solidFill>
            <a:schemeClr val="accent4"/>
          </a:solidFill>
        </a:fill>
      </a:tcStyle>
    </a:firstRow>
  </a:tblStyle>
  <a:tblStyle styleId="{AF606853-7671-496A-8E4F-DF71F8EC918B}" styleName="Dunkle Formatvorlage 1 - Akzent 6">
    <a:wholeTbl>
      <a:tcTxStyle>
        <a:fontRef idx="minor">
          <a:scrgbClr r="0" g="0" b="0"/>
        </a:fontRef>
        <a:schemeClr val="lt1"/>
      </a:tcTxStyle>
      <a:tcStyle>
        <a:tcBdr>
          <a:left>
            <a:ln>
              <a:noFill/>
            </a:ln>
          </a:left>
          <a:right>
            <a:ln>
              <a:noFill/>
            </a:ln>
          </a:right>
          <a:top>
            <a:ln>
              <a:noFill/>
            </a:ln>
          </a:top>
          <a:bottom>
            <a:ln>
              <a:noFill/>
            </a:ln>
          </a:bottom>
          <a:insideH>
            <a:ln>
              <a:noFill/>
            </a:ln>
          </a:insideH>
          <a:insideV>
            <a:ln>
              <a:noFill/>
            </a:ln>
          </a:insideV>
        </a:tcBdr>
        <a:fill>
          <a:solidFill>
            <a:schemeClr val="accent6"/>
          </a:solidFill>
        </a:fill>
      </a:tcStyle>
    </a:wholeTbl>
    <a:band1H>
      <a:tcStyle>
        <a:tcBdr/>
        <a:fill>
          <a:solidFill>
            <a:schemeClr val="accent6">
              <a:shade val="60000"/>
            </a:schemeClr>
          </a:solidFill>
        </a:fill>
      </a:tcStyle>
    </a:band1H>
    <a:band1V>
      <a:tcStyle>
        <a:tcBdr/>
        <a:fill>
          <a:solidFill>
            <a:schemeClr val="accent6">
              <a:shade val="60000"/>
            </a:schemeClr>
          </a:solidFill>
        </a:fill>
      </a:tcStyle>
    </a:band1V>
    <a:lastCol>
      <a:tcTxStyle b="on"/>
      <a:tcStyle>
        <a:tcBdr>
          <a:left>
            <a:ln w="25400" cmpd="sng">
              <a:solidFill>
                <a:schemeClr val="lt1"/>
              </a:solidFill>
            </a:ln>
          </a:left>
        </a:tcBdr>
        <a:fill>
          <a:solidFill>
            <a:schemeClr val="accent6">
              <a:shade val="60000"/>
            </a:schemeClr>
          </a:solidFill>
        </a:fill>
      </a:tcStyle>
    </a:lastCol>
    <a:firstCol>
      <a:tcTxStyle b="on"/>
      <a:tcStyle>
        <a:tcBdr>
          <a:right>
            <a:ln w="25400" cmpd="sng">
              <a:solidFill>
                <a:schemeClr val="lt1"/>
              </a:solidFill>
            </a:ln>
          </a:right>
        </a:tcBdr>
        <a:fill>
          <a:solidFill>
            <a:schemeClr val="accent6">
              <a:shade val="60000"/>
            </a:schemeClr>
          </a:solidFill>
        </a:fill>
      </a:tcStyle>
    </a:firstCol>
    <a:lastRow>
      <a:tcTxStyle b="on"/>
      <a:tcStyle>
        <a:tcBdr>
          <a:top>
            <a:ln w="25400" cmpd="sng">
              <a:solidFill>
                <a:schemeClr val="lt1"/>
              </a:solidFill>
            </a:ln>
          </a:top>
        </a:tcBdr>
        <a:fill>
          <a:solidFill>
            <a:schemeClr val="accent6">
              <a:shade val="40000"/>
            </a:schemeClr>
          </a:solidFill>
        </a:fill>
      </a:tcStyle>
    </a:lastRow>
    <a:seCell>
      <a:tcStyle>
        <a:tcBdr>
          <a:left>
            <a:ln>
              <a:noFill/>
            </a:ln>
          </a:left>
        </a:tcBdr>
      </a:tcStyle>
    </a:seCell>
    <a:swCell>
      <a:tcStyle>
        <a:tcBdr>
          <a:right>
            <a:ln>
              <a:noFill/>
            </a:ln>
          </a:right>
        </a:tcBdr>
      </a:tcStyle>
    </a:swCell>
    <a:firstRow>
      <a:tcTxStyle b="on"/>
      <a:tcStyle>
        <a:tcBdr>
          <a:bottom>
            <a:ln w="25400" cmpd="sng">
              <a:solidFill>
                <a:schemeClr val="lt1"/>
              </a:solidFill>
            </a:ln>
          </a:bottom>
        </a:tcBdr>
        <a:fill>
          <a:solidFill>
            <a:schemeClr val="dk1"/>
          </a:solidFill>
        </a:fill>
      </a:tcStyle>
    </a:firstRow>
    <a:neCell>
      <a:tcStyle>
        <a:tcBdr>
          <a:left>
            <a:ln>
              <a:noFill/>
            </a:ln>
          </a:left>
        </a:tcBdr>
      </a:tcStyle>
    </a:neCell>
    <a:nwCell>
      <a:tcStyle>
        <a:tcBdr>
          <a:right>
            <a:ln>
              <a:noFill/>
            </a:ln>
          </a:right>
        </a:tcBdr>
      </a:tcStyle>
    </a:nwCell>
  </a:tblStyle>
  <a:tblStyle styleId="{2D5ABB26-0587-4C30-8999-92F81FD0307C}" styleName="Keine Formatvorlage, kein Raster">
    <a:wholeTbl>
      <a:tcTxStyle>
        <a:fontRef idx="minor">
          <a:scrgbClr r="0" g="0" b="0"/>
        </a:fontRef>
        <a:schemeClr val="tx1"/>
      </a:tcTxStyle>
      <a:tcStyle>
        <a:tcBdr>
          <a:left>
            <a:ln>
              <a:noFill/>
            </a:ln>
          </a:left>
          <a:right>
            <a:ln>
              <a:noFill/>
            </a:ln>
          </a:right>
          <a:top>
            <a:ln>
              <a:noFill/>
            </a:ln>
          </a:top>
          <a:bottom>
            <a:ln>
              <a:noFill/>
            </a:ln>
          </a:bottom>
          <a:insideH>
            <a:ln>
              <a:noFill/>
            </a:ln>
          </a:insideH>
          <a:insideV>
            <a:ln>
              <a:noFill/>
            </a:ln>
          </a:insideV>
        </a:tcBdr>
        <a:fill>
          <a:noFill/>
        </a:fill>
      </a:tcStyle>
    </a:wholeTbl>
  </a:tblStyle>
  <a:tblStyle styleId="{D113A9D2-9D6B-4929-AA2D-F23B5EE8CBE7}" styleName="Designformatvorlage 2 - Akzent 1">
    <a:tblBg>
      <a:fillRef idx="3">
        <a:schemeClr val="accent1"/>
      </a:fillRef>
      <a:effectRef idx="3">
        <a:schemeClr val="accent1"/>
      </a:effectRef>
    </a:tblBg>
    <a:wholeTbl>
      <a:tcTxStyle>
        <a:fontRef idx="minor">
          <a:scrgbClr r="0" g="0" b="0"/>
        </a:fontRef>
        <a:schemeClr val="lt1"/>
      </a:tcTxStyle>
      <a:tcStyle>
        <a:tcBdr>
          <a:left>
            <a:lnRef idx="1">
              <a:schemeClr val="accent1">
                <a:tint val="50000"/>
              </a:schemeClr>
            </a:lnRef>
          </a:left>
          <a:right>
            <a:lnRef idx="1">
              <a:schemeClr val="accent1">
                <a:tint val="50000"/>
              </a:schemeClr>
            </a:lnRef>
          </a:right>
          <a:top>
            <a:lnRef idx="1">
              <a:schemeClr val="accent1">
                <a:tint val="50000"/>
              </a:schemeClr>
            </a:lnRef>
          </a:top>
          <a:bottom>
            <a:lnRef idx="1">
              <a:schemeClr val="accent1">
                <a:tint val="50000"/>
              </a:schemeClr>
            </a:lnRef>
          </a:bottom>
          <a:insideH>
            <a:ln>
              <a:noFill/>
            </a:ln>
          </a:insideH>
          <a:insideV>
            <a:ln>
              <a:noFill/>
            </a:ln>
          </a:insideV>
        </a:tcBdr>
        <a:fill>
          <a:noFill/>
        </a:fill>
      </a:tcStyle>
    </a:wholeTbl>
    <a:band1H>
      <a:tcStyle>
        <a:tcBdr/>
        <a:fill>
          <a:solidFill>
            <a:schemeClr val="lt1">
              <a:alpha val="20000"/>
            </a:schemeClr>
          </a:solidFill>
        </a:fill>
      </a:tcStyle>
    </a:band1H>
    <a:band1V>
      <a:tcStyle>
        <a:tcBdr/>
        <a:fill>
          <a:solidFill>
            <a:schemeClr val="lt1">
              <a:alpha val="20000"/>
            </a:schemeClr>
          </a:solidFill>
        </a:fill>
      </a:tcStyle>
    </a:band1V>
    <a:lastCol>
      <a:tcTxStyle b="on"/>
      <a:tcStyle>
        <a:tcBdr>
          <a:left>
            <a:lnRef idx="2">
              <a:schemeClr val="lt1"/>
            </a:lnRef>
          </a:left>
        </a:tcBdr>
      </a:tcStyle>
    </a:lastCol>
    <a:firstCol>
      <a:tcTxStyle b="on"/>
      <a:tcStyle>
        <a:tcBdr>
          <a:right>
            <a:lnRef idx="2">
              <a:schemeClr val="lt1"/>
            </a:lnRef>
          </a:right>
        </a:tcBdr>
      </a:tcStyle>
    </a:firstCol>
    <a:lastRow>
      <a:tcTxStyle b="on"/>
      <a:tcStyle>
        <a:tcBdr>
          <a:top>
            <a:lnRef idx="2">
              <a:schemeClr val="lt1"/>
            </a:lnRef>
          </a:top>
        </a:tcBdr>
        <a:fill>
          <a:noFill/>
        </a:fill>
      </a:tcStyle>
    </a:lastRow>
    <a:seCell>
      <a:tcStyle>
        <a:tcBdr>
          <a:left>
            <a:ln>
              <a:noFill/>
            </a:ln>
          </a:left>
          <a:top>
            <a:ln>
              <a:noFill/>
            </a:ln>
          </a:top>
        </a:tcBdr>
      </a:tcStyle>
    </a:seCell>
    <a:swCell>
      <a:tcStyle>
        <a:tcBdr>
          <a:right>
            <a:ln>
              <a:noFill/>
            </a:ln>
          </a:right>
          <a:top>
            <a:ln>
              <a:noFill/>
            </a:ln>
          </a:top>
        </a:tcBdr>
      </a:tcStyle>
    </a:swCell>
    <a:firstRow>
      <a:tcTxStyle b="on"/>
      <a:tcStyle>
        <a:tcBdr>
          <a:bottom>
            <a:lnRef idx="3">
              <a:schemeClr val="lt1"/>
            </a:lnRef>
          </a:bottom>
        </a:tcBdr>
        <a:fill>
          <a:noFill/>
        </a:fill>
      </a:tcStyle>
    </a:firstRow>
    <a:neCell>
      <a:tcStyle>
        <a:tcBdr>
          <a:bottom>
            <a:ln>
              <a:noFill/>
            </a:ln>
          </a:bottom>
        </a:tcBdr>
      </a:tcStyle>
    </a:neCell>
  </a:tblStyle>
  <a:tblStyle styleId="{9D7B26C5-4107-4FEC-AEDC-1716B250A1EF}" styleName="Helle Formatvorlage 1">
    <a:wholeTbl>
      <a:tcTxStyle>
        <a:fontRef idx="minor">
          <a:scrgbClr r="0" g="0" b="0"/>
        </a:fontRef>
        <a:schemeClr val="tx1"/>
      </a:tcTxStyle>
      <a:tcStyle>
        <a:tcBdr>
          <a:left>
            <a:ln>
              <a:noFill/>
            </a:ln>
          </a:left>
          <a:right>
            <a:ln>
              <a:noFill/>
            </a:ln>
          </a:right>
          <a:top>
            <a:ln w="12700" cmpd="sng">
              <a:solidFill>
                <a:schemeClr val="tx1"/>
              </a:solidFill>
            </a:ln>
          </a:top>
          <a:bottom>
            <a:ln w="12700" cmpd="sng">
              <a:solidFill>
                <a:schemeClr val="tx1"/>
              </a:solidFill>
            </a:ln>
          </a:bottom>
          <a:insideH>
            <a:ln>
              <a:noFill/>
            </a:ln>
          </a:insideH>
          <a:insideV>
            <a:ln>
              <a:noFill/>
            </a:ln>
          </a:insideV>
        </a:tcBdr>
        <a:fill>
          <a:noFill/>
        </a:fill>
      </a:tcStyle>
    </a:wholeTbl>
    <a:band1H>
      <a:tcStyle>
        <a:tcBdr/>
        <a:fill>
          <a:solidFill>
            <a:schemeClr val="tx1">
              <a:alpha val="20000"/>
            </a:schemeClr>
          </a:solidFill>
        </a:fill>
      </a:tcStyle>
    </a:band1H>
    <a:band2H>
      <a:tcStyle>
        <a:tcBdr/>
      </a:tcStyle>
    </a:band2H>
    <a:band1V>
      <a:tcStyle>
        <a:tcBdr/>
        <a:fill>
          <a:solidFill>
            <a:schemeClr val="tx1">
              <a:alpha val="20000"/>
            </a:schemeClr>
          </a:solidFill>
        </a:fill>
      </a:tcStyle>
    </a:band1V>
    <a:lastCol>
      <a:tcTxStyle b="on"/>
      <a:tcStyle>
        <a:tcBdr/>
      </a:tcStyle>
    </a:lastCol>
    <a:firstCol>
      <a:tcTxStyle b="on"/>
      <a:tcStyle>
        <a:tcBdr/>
      </a:tcStyle>
    </a:firstCol>
    <a:lastRow>
      <a:tcTxStyle b="on"/>
      <a:tcStyle>
        <a:tcBdr>
          <a:top>
            <a:ln w="12700" cmpd="sng">
              <a:solidFill>
                <a:schemeClr val="tx1"/>
              </a:solidFill>
            </a:ln>
          </a:top>
        </a:tcBdr>
        <a:fill>
          <a:noFill/>
        </a:fill>
      </a:tcStyle>
    </a:lastRow>
    <a:firstRow>
      <a:tcTxStyle b="on"/>
      <a:tcStyle>
        <a:tcBdr>
          <a:bottom>
            <a:ln w="12700" cmpd="sng">
              <a:solidFill>
                <a:schemeClr val="tx1"/>
              </a:solidFill>
            </a:ln>
          </a:bottom>
        </a:tcBdr>
        <a:fill>
          <a:noFill/>
        </a:fill>
      </a:tcStyle>
    </a:firstRow>
  </a:tblStyle>
  <a:tblStyle styleId="{3B4B98B0-60AC-42C2-AFA5-B58CD77FA1E5}" styleName="Helle Formatvorlage 1 - Akzent 1">
    <a:wholeTbl>
      <a:tcTxStyle>
        <a:fontRef idx="minor">
          <a:scrgbClr r="0" g="0" b="0"/>
        </a:fontRef>
        <a:schemeClr val="tx1"/>
      </a:tcTxStyle>
      <a:tcStyle>
        <a:tcBdr>
          <a:left>
            <a:ln>
              <a:noFill/>
            </a:ln>
          </a:left>
          <a:right>
            <a:ln>
              <a:noFill/>
            </a:ln>
          </a:right>
          <a:top>
            <a:ln w="12700" cmpd="sng">
              <a:solidFill>
                <a:schemeClr val="accent1"/>
              </a:solidFill>
            </a:ln>
          </a:top>
          <a:bottom>
            <a:ln w="12700" cmpd="sng">
              <a:solidFill>
                <a:schemeClr val="accent1"/>
              </a:solidFill>
            </a:ln>
          </a:bottom>
          <a:insideH>
            <a:ln>
              <a:noFill/>
            </a:ln>
          </a:insideH>
          <a:insideV>
            <a:ln>
              <a:noFill/>
            </a:ln>
          </a:insideV>
        </a:tcBdr>
        <a:fill>
          <a:noFill/>
        </a:fill>
      </a:tcStyle>
    </a:wholeTbl>
    <a:band1H>
      <a:tcStyle>
        <a:tcBdr/>
        <a:fill>
          <a:solidFill>
            <a:schemeClr val="accent1">
              <a:alpha val="20000"/>
            </a:schemeClr>
          </a:solidFill>
        </a:fill>
      </a:tcStyle>
    </a:band1H>
    <a:band2H>
      <a:tcStyle>
        <a:tcBdr/>
      </a:tcStyle>
    </a:band2H>
    <a:band1V>
      <a:tcStyle>
        <a:tcBdr/>
        <a:fill>
          <a:solidFill>
            <a:schemeClr val="accent1">
              <a:alpha val="20000"/>
            </a:schemeClr>
          </a:solidFill>
        </a:fill>
      </a:tcStyle>
    </a:band1V>
    <a:lastCol>
      <a:tcTxStyle b="on"/>
      <a:tcStyle>
        <a:tcBdr/>
      </a:tcStyle>
    </a:lastCol>
    <a:firstCol>
      <a:tcTxStyle b="on"/>
      <a:tcStyle>
        <a:tcBdr/>
      </a:tcStyle>
    </a:firstCol>
    <a:lastRow>
      <a:tcTxStyle b="on"/>
      <a:tcStyle>
        <a:tcBdr>
          <a:top>
            <a:ln w="12700" cmpd="sng">
              <a:solidFill>
                <a:schemeClr val="accent1"/>
              </a:solidFill>
            </a:ln>
          </a:top>
        </a:tcBdr>
        <a:fill>
          <a:noFill/>
        </a:fill>
      </a:tcStyle>
    </a:lastRow>
    <a:firstRow>
      <a:tcTxStyle b="on"/>
      <a:tcStyle>
        <a:tcBdr>
          <a:bottom>
            <a:ln w="12700" cmpd="sng">
              <a:solidFill>
                <a:schemeClr val="accent1"/>
              </a:solidFill>
            </a:ln>
          </a:bottom>
        </a:tcBdr>
        <a:fill>
          <a:noFill/>
        </a:fill>
      </a:tcStyle>
    </a:firstRow>
  </a:tblStyle>
  <a:tblStyle styleId="{0E3FDE45-AF77-4B5C-9715-49D594BDF05E}" styleName="Helle Formatvorlage 1 - Akzent 2">
    <a:wholeTbl>
      <a:tcTxStyle>
        <a:fontRef idx="minor">
          <a:scrgbClr r="0" g="0" b="0"/>
        </a:fontRef>
        <a:schemeClr val="tx1"/>
      </a:tcTxStyle>
      <a:tcStyle>
        <a:tcBdr>
          <a:left>
            <a:ln>
              <a:noFill/>
            </a:ln>
          </a:left>
          <a:right>
            <a:ln>
              <a:noFill/>
            </a:ln>
          </a:right>
          <a:top>
            <a:ln w="12700" cmpd="sng">
              <a:solidFill>
                <a:schemeClr val="accent2"/>
              </a:solidFill>
            </a:ln>
          </a:top>
          <a:bottom>
            <a:ln w="12700" cmpd="sng">
              <a:solidFill>
                <a:schemeClr val="accent2"/>
              </a:solidFill>
            </a:ln>
          </a:bottom>
          <a:insideH>
            <a:ln>
              <a:noFill/>
            </a:ln>
          </a:insideH>
          <a:insideV>
            <a:ln>
              <a:noFill/>
            </a:ln>
          </a:insideV>
        </a:tcBdr>
        <a:fill>
          <a:noFill/>
        </a:fill>
      </a:tcStyle>
    </a:wholeTbl>
    <a:band1H>
      <a:tcStyle>
        <a:tcBdr/>
        <a:fill>
          <a:solidFill>
            <a:schemeClr val="accent2">
              <a:alpha val="20000"/>
            </a:schemeClr>
          </a:solidFill>
        </a:fill>
      </a:tcStyle>
    </a:band1H>
    <a:band2H>
      <a:tcStyle>
        <a:tcBdr/>
      </a:tcStyle>
    </a:band2H>
    <a:band1V>
      <a:tcStyle>
        <a:tcBdr/>
        <a:fill>
          <a:solidFill>
            <a:schemeClr val="accent2">
              <a:alpha val="20000"/>
            </a:schemeClr>
          </a:solidFill>
        </a:fill>
      </a:tcStyle>
    </a:band1V>
    <a:lastCol>
      <a:tcTxStyle b="on"/>
      <a:tcStyle>
        <a:tcBdr/>
      </a:tcStyle>
    </a:lastCol>
    <a:firstCol>
      <a:tcTxStyle b="on"/>
      <a:tcStyle>
        <a:tcBdr/>
      </a:tcStyle>
    </a:firstCol>
    <a:lastRow>
      <a:tcTxStyle b="on"/>
      <a:tcStyle>
        <a:tcBdr>
          <a:top>
            <a:ln w="12700" cmpd="sng">
              <a:solidFill>
                <a:schemeClr val="accent2"/>
              </a:solidFill>
            </a:ln>
          </a:top>
        </a:tcBdr>
        <a:fill>
          <a:noFill/>
        </a:fill>
      </a:tcStyle>
    </a:lastRow>
    <a:firstRow>
      <a:tcTxStyle b="on"/>
      <a:tcStyle>
        <a:tcBdr>
          <a:bottom>
            <a:ln w="12700" cmpd="sng">
              <a:solidFill>
                <a:schemeClr val="accent2"/>
              </a:solidFill>
            </a:ln>
          </a:bottom>
        </a:tcBdr>
        <a:fill>
          <a:noFill/>
        </a:fill>
      </a:tcStyle>
    </a:firstRow>
  </a:tblStyle>
  <a:tblStyle styleId="{C083E6E3-FA7D-4D7B-A595-EF9225AFEA82}" styleName="Helle Formatvorlage 1 - Akzent 3">
    <a:wholeTbl>
      <a:tcTxStyle>
        <a:fontRef idx="minor">
          <a:scrgbClr r="0" g="0" b="0"/>
        </a:fontRef>
        <a:schemeClr val="tx1"/>
      </a:tcTxStyle>
      <a:tcStyle>
        <a:tcBdr>
          <a:left>
            <a:ln>
              <a:noFill/>
            </a:ln>
          </a:left>
          <a:right>
            <a:ln>
              <a:noFill/>
            </a:ln>
          </a:right>
          <a:top>
            <a:ln w="12700" cmpd="sng">
              <a:solidFill>
                <a:schemeClr val="accent3"/>
              </a:solidFill>
            </a:ln>
          </a:top>
          <a:bottom>
            <a:ln w="12700" cmpd="sng">
              <a:solidFill>
                <a:schemeClr val="accent3"/>
              </a:solidFill>
            </a:ln>
          </a:bottom>
          <a:insideH>
            <a:ln>
              <a:noFill/>
            </a:ln>
          </a:insideH>
          <a:insideV>
            <a:ln>
              <a:noFill/>
            </a:ln>
          </a:insideV>
        </a:tcBdr>
        <a:fill>
          <a:noFill/>
        </a:fill>
      </a:tcStyle>
    </a:wholeTbl>
    <a:band1H>
      <a:tcStyle>
        <a:tcBdr/>
        <a:fill>
          <a:solidFill>
            <a:schemeClr val="accent3">
              <a:alpha val="20000"/>
            </a:schemeClr>
          </a:solidFill>
        </a:fill>
      </a:tcStyle>
    </a:band1H>
    <a:band2H>
      <a:tcStyle>
        <a:tcBdr/>
      </a:tcStyle>
    </a:band2H>
    <a:band1V>
      <a:tcStyle>
        <a:tcBdr/>
        <a:fill>
          <a:solidFill>
            <a:schemeClr val="accent3">
              <a:alpha val="20000"/>
            </a:schemeClr>
          </a:solidFill>
        </a:fill>
      </a:tcStyle>
    </a:band1V>
    <a:lastCol>
      <a:tcTxStyle b="on"/>
      <a:tcStyle>
        <a:tcBdr/>
      </a:tcStyle>
    </a:lastCol>
    <a:firstCol>
      <a:tcTxStyle b="on"/>
      <a:tcStyle>
        <a:tcBdr/>
      </a:tcStyle>
    </a:firstCol>
    <a:lastRow>
      <a:tcTxStyle b="on"/>
      <a:tcStyle>
        <a:tcBdr>
          <a:top>
            <a:ln w="12700" cmpd="sng">
              <a:solidFill>
                <a:schemeClr val="accent3"/>
              </a:solidFill>
            </a:ln>
          </a:top>
        </a:tcBdr>
        <a:fill>
          <a:noFill/>
        </a:fill>
      </a:tcStyle>
    </a:lastRow>
    <a:firstRow>
      <a:tcTxStyle b="on"/>
      <a:tcStyle>
        <a:tcBdr>
          <a:bottom>
            <a:ln w="12700" cmpd="sng">
              <a:solidFill>
                <a:schemeClr val="accent3"/>
              </a:solidFill>
            </a:ln>
          </a:bottom>
        </a:tcBdr>
        <a:fill>
          <a:noFill/>
        </a:fill>
      </a:tcStyle>
    </a:firstRow>
  </a:tblStyle>
  <a:tblStyle styleId="{7E9639D4-E3E2-4D34-9284-5A2195B3D0D7}" styleName="Helle Formatvorlage 2">
    <a:wholeTbl>
      <a:tcTxStyle>
        <a:fontRef idx="minor">
          <a:scrgbClr r="0" g="0" b="0"/>
        </a:fontRef>
        <a:schemeClr val="tx1"/>
      </a:tcTxStyle>
      <a:tcStyle>
        <a:tcBdr>
          <a:left>
            <a:lnRef idx="1">
              <a:schemeClr val="tx1"/>
            </a:lnRef>
          </a:left>
          <a:right>
            <a:lnRef idx="1">
              <a:schemeClr val="tx1"/>
            </a:lnRef>
          </a:right>
          <a:top>
            <a:lnRef idx="1">
              <a:schemeClr val="tx1"/>
            </a:lnRef>
          </a:top>
          <a:bottom>
            <a:lnRef idx="1">
              <a:schemeClr val="tx1"/>
            </a:lnRef>
          </a:bottom>
          <a:insideH>
            <a:ln>
              <a:noFill/>
            </a:ln>
          </a:insideH>
          <a:insideV>
            <a:ln>
              <a:noFill/>
            </a:ln>
          </a:insideV>
        </a:tcBdr>
        <a:fill>
          <a:noFill/>
        </a:fill>
      </a:tcStyle>
    </a:wholeTbl>
    <a:band1H>
      <a:tcStyle>
        <a:tcBdr>
          <a:top>
            <a:lnRef idx="1">
              <a:schemeClr val="tx1"/>
            </a:lnRef>
          </a:top>
          <a:bottom>
            <a:lnRef idx="1">
              <a:schemeClr val="tx1"/>
            </a:lnRef>
          </a:bottom>
        </a:tcBdr>
      </a:tcStyle>
    </a:band1H>
    <a:band1V>
      <a:tcStyle>
        <a:tcBdr>
          <a:left>
            <a:lnRef idx="1">
              <a:schemeClr val="tx1"/>
            </a:lnRef>
          </a:left>
          <a:right>
            <a:lnRef idx="1">
              <a:schemeClr val="tx1"/>
            </a:lnRef>
          </a:right>
        </a:tcBdr>
      </a:tcStyle>
    </a:band1V>
    <a:band2V>
      <a:tcStyle>
        <a:tcBdr>
          <a:left>
            <a:lnRef idx="1">
              <a:schemeClr val="tx1"/>
            </a:lnRef>
          </a:left>
          <a:right>
            <a:lnRef idx="1">
              <a:schemeClr val="tx1"/>
            </a:lnRef>
          </a:right>
        </a:tcBdr>
      </a:tcStyle>
    </a:band2V>
    <a:lastCol>
      <a:tcTxStyle b="on"/>
      <a:tcStyle>
        <a:tcBdr/>
      </a:tcStyle>
    </a:lastCol>
    <a:firstCol>
      <a:tcTxStyle b="on"/>
      <a:tcStyle>
        <a:tcBdr/>
      </a:tcStyle>
    </a:firstCol>
    <a:lastRow>
      <a:tcTxStyle b="on"/>
      <a:tcStyle>
        <a:tcBdr>
          <a:top>
            <a:ln w="50800" cmpd="dbl">
              <a:solidFill>
                <a:schemeClr val="tx1"/>
              </a:solidFill>
            </a:ln>
          </a:top>
        </a:tcBdr>
      </a:tcStyle>
    </a:lastRow>
    <a:firstRow>
      <a:tcTxStyle b="on">
        <a:fontRef idx="minor">
          <a:scrgbClr r="0" g="0" b="0"/>
        </a:fontRef>
        <a:schemeClr val="bg1"/>
      </a:tcTxStyle>
      <a:tcStyle>
        <a:tcBdr/>
        <a:fillRef idx="1">
          <a:schemeClr val="tx1"/>
        </a:fillRef>
      </a:tcStyle>
    </a:firstRow>
  </a:tblStyle>
  <a:tblStyle styleId="{69012ECD-51FC-41F1-AA8D-1B2483CD663E}" styleName="Helle Formatvorlage 2 - Akzent 1">
    <a:wholeTbl>
      <a:tcTxStyle>
        <a:fontRef idx="minor">
          <a:scrgbClr r="0" g="0" b="0"/>
        </a:fontRef>
        <a:schemeClr val="tx1"/>
      </a:tcTxStyle>
      <a:tcStyle>
        <a:tcBdr>
          <a:left>
            <a:lnRef idx="1">
              <a:schemeClr val="accent1"/>
            </a:lnRef>
          </a:left>
          <a:right>
            <a:lnRef idx="1">
              <a:schemeClr val="accent1"/>
            </a:lnRef>
          </a:right>
          <a:top>
            <a:lnRef idx="1">
              <a:schemeClr val="accent1"/>
            </a:lnRef>
          </a:top>
          <a:bottom>
            <a:lnRef idx="1">
              <a:schemeClr val="accent1"/>
            </a:lnRef>
          </a:bottom>
          <a:insideH>
            <a:ln>
              <a:noFill/>
            </a:ln>
          </a:insideH>
          <a:insideV>
            <a:ln>
              <a:noFill/>
            </a:ln>
          </a:insideV>
        </a:tcBdr>
        <a:fill>
          <a:noFill/>
        </a:fill>
      </a:tcStyle>
    </a:wholeTbl>
    <a:band1H>
      <a:tcStyle>
        <a:tcBdr>
          <a:top>
            <a:lnRef idx="1">
              <a:schemeClr val="accent1"/>
            </a:lnRef>
          </a:top>
          <a:bottom>
            <a:lnRef idx="1">
              <a:schemeClr val="accent1"/>
            </a:lnRef>
          </a:bottom>
        </a:tcBdr>
      </a:tcStyle>
    </a:band1H>
    <a:band1V>
      <a:tcStyle>
        <a:tcBdr>
          <a:left>
            <a:lnRef idx="1">
              <a:schemeClr val="accent1"/>
            </a:lnRef>
          </a:left>
          <a:right>
            <a:lnRef idx="1">
              <a:schemeClr val="accent1"/>
            </a:lnRef>
          </a:right>
        </a:tcBdr>
      </a:tcStyle>
    </a:band1V>
    <a:band2V>
      <a:tcStyle>
        <a:tcBdr>
          <a:left>
            <a:lnRef idx="1">
              <a:schemeClr val="accent1"/>
            </a:lnRef>
          </a:left>
          <a:right>
            <a:lnRef idx="1">
              <a:schemeClr val="accent1"/>
            </a:lnRef>
          </a:right>
        </a:tcBdr>
      </a:tcStyle>
    </a:band2V>
    <a:lastCol>
      <a:tcTxStyle b="on"/>
      <a:tcStyle>
        <a:tcBdr/>
      </a:tcStyle>
    </a:lastCol>
    <a:firstCol>
      <a:tcTxStyle b="on"/>
      <a:tcStyle>
        <a:tcBdr/>
      </a:tcStyle>
    </a:firstCol>
    <a:lastRow>
      <a:tcTxStyle b="on"/>
      <a:tcStyle>
        <a:tcBdr>
          <a:top>
            <a:ln w="50800" cmpd="dbl">
              <a:solidFill>
                <a:schemeClr val="accent1"/>
              </a:solidFill>
            </a:ln>
          </a:top>
        </a:tcBdr>
      </a:tcStyle>
    </a:lastRow>
    <a:firstRow>
      <a:tcTxStyle b="on">
        <a:fontRef idx="minor">
          <a:scrgbClr r="0" g="0" b="0"/>
        </a:fontRef>
        <a:schemeClr val="bg1"/>
      </a:tcTxStyle>
      <a:tcStyle>
        <a:tcBdr/>
        <a:fillRef idx="1">
          <a:schemeClr val="accent1"/>
        </a:fillRef>
      </a:tcStyle>
    </a:firstRow>
  </a:tblStyle>
  <a:tblStyle styleId="{93296810-A885-4BE3-A3E7-6D5BEEA58F35}" styleName="Mittlere Formatvorlage 2 - Akzent 6">
    <a:wholeTbl>
      <a:tcTxStyle>
        <a:fontRef idx="minor">
          <a:prstClr val="black"/>
        </a:fontRef>
        <a:schemeClr val="dk1"/>
      </a:tcTxStyle>
      <a:tcStyle>
        <a:tcBdr>
          <a:left>
            <a:ln w="12700" cmpd="sng">
              <a:solidFill>
                <a:schemeClr val="lt1"/>
              </a:solidFill>
            </a:ln>
          </a:left>
          <a:right>
            <a:ln w="12700" cmpd="sng">
              <a:solidFill>
                <a:schemeClr val="lt1"/>
              </a:solidFill>
            </a:ln>
          </a:right>
          <a:top>
            <a:ln w="12700" cmpd="sng">
              <a:solidFill>
                <a:schemeClr val="lt1"/>
              </a:solidFill>
            </a:ln>
          </a:top>
          <a:bottom>
            <a:ln w="12700" cmpd="sng">
              <a:solidFill>
                <a:schemeClr val="lt1"/>
              </a:solidFill>
            </a:ln>
          </a:bottom>
          <a:insideH>
            <a:ln w="12700" cmpd="sng">
              <a:solidFill>
                <a:schemeClr val="lt1"/>
              </a:solidFill>
            </a:ln>
          </a:insideH>
          <a:insideV>
            <a:ln w="12700" cmpd="sng">
              <a:solidFill>
                <a:schemeClr val="lt1"/>
              </a:solidFill>
            </a:ln>
          </a:insideV>
        </a:tcBdr>
        <a:fill>
          <a:solidFill>
            <a:schemeClr val="accent6">
              <a:tint val="20000"/>
            </a:schemeClr>
          </a:solidFill>
        </a:fill>
      </a:tcStyle>
    </a:wholeTbl>
    <a:band1H>
      <a:tcStyle>
        <a:tcBdr/>
        <a:fill>
          <a:solidFill>
            <a:schemeClr val="accent6">
              <a:tint val="40000"/>
            </a:schemeClr>
          </a:solidFill>
        </a:fill>
      </a:tcStyle>
    </a:band1H>
    <a:band2H>
      <a:tcStyle>
        <a:tcBdr/>
      </a:tcStyle>
    </a:band2H>
    <a:band1V>
      <a:tcStyle>
        <a:tcBdr/>
        <a:fill>
          <a:solidFill>
            <a:schemeClr val="accent6">
              <a:tint val="40000"/>
            </a:schemeClr>
          </a:solidFill>
        </a:fill>
      </a:tcStyle>
    </a:band1V>
    <a:band2V>
      <a:tcStyle>
        <a:tcBdr/>
      </a:tcStyle>
    </a:band2V>
    <a:lastCol>
      <a:tcTxStyle b="on">
        <a:fontRef idx="minor">
          <a:prstClr val="black"/>
        </a:fontRef>
        <a:schemeClr val="lt1"/>
      </a:tcTxStyle>
      <a:tcStyle>
        <a:tcBdr/>
        <a:fill>
          <a:solidFill>
            <a:schemeClr val="accent6"/>
          </a:solidFill>
        </a:fill>
      </a:tcStyle>
    </a:lastCol>
    <a:firstCol>
      <a:tcTxStyle b="on">
        <a:fontRef idx="minor">
          <a:prstClr val="black"/>
        </a:fontRef>
        <a:schemeClr val="lt1"/>
      </a:tcTxStyle>
      <a:tcStyle>
        <a:tcBdr/>
        <a:fill>
          <a:solidFill>
            <a:schemeClr val="accent6"/>
          </a:solidFill>
        </a:fill>
      </a:tcStyle>
    </a:firstCol>
    <a:lastRow>
      <a:tcTxStyle b="on">
        <a:fontRef idx="minor">
          <a:prstClr val="black"/>
        </a:fontRef>
        <a:schemeClr val="lt1"/>
      </a:tcTxStyle>
      <a:tcStyle>
        <a:tcBdr>
          <a:top>
            <a:ln w="38100" cmpd="sng">
              <a:solidFill>
                <a:schemeClr val="lt1"/>
              </a:solidFill>
            </a:ln>
          </a:top>
        </a:tcBdr>
        <a:fill>
          <a:solidFill>
            <a:schemeClr val="accent6"/>
          </a:solidFill>
        </a:fill>
      </a:tcStyle>
    </a:lastRow>
    <a:firstRow>
      <a:tcTxStyle b="on">
        <a:fontRef idx="minor">
          <a:prstClr val="black"/>
        </a:fontRef>
        <a:schemeClr val="lt1"/>
      </a:tcTxStyle>
      <a:tcStyle>
        <a:tcBdr>
          <a:bottom>
            <a:ln w="38100" cmpd="sng">
              <a:solidFill>
                <a:schemeClr val="lt1"/>
              </a:solidFill>
            </a:ln>
          </a:bottom>
        </a:tcBdr>
        <a:fill>
          <a:solidFill>
            <a:schemeClr val="accent6"/>
          </a:solidFill>
        </a:fill>
      </a:tcStyle>
    </a:firstRow>
  </a:tblStyle>
  <a:tblStyle styleId="{BDBED569-4797-4DF1-A0F4-6AAB3CD982D8}" styleName="Helle Formatvorlage 3 - Akzent 5">
    <a:wholeTbl>
      <a:tcTxStyle>
        <a:fontRef idx="minor">
          <a:scrgbClr r="0" g="0" b="0"/>
        </a:fontRef>
        <a:schemeClr val="tx1"/>
      </a:tcTxStyle>
      <a:tcStyle>
        <a:tcBdr>
          <a:left>
            <a:ln w="12700" cmpd="sng">
              <a:solidFill>
                <a:schemeClr val="accent5"/>
              </a:solidFill>
            </a:ln>
          </a:left>
          <a:right>
            <a:ln w="12700" cmpd="sng">
              <a:solidFill>
                <a:schemeClr val="accent5"/>
              </a:solidFill>
            </a:ln>
          </a:right>
          <a:top>
            <a:ln w="12700" cmpd="sng">
              <a:solidFill>
                <a:schemeClr val="accent5"/>
              </a:solidFill>
            </a:ln>
          </a:top>
          <a:bottom>
            <a:ln w="12700" cmpd="sng">
              <a:solidFill>
                <a:schemeClr val="accent5"/>
              </a:solidFill>
            </a:ln>
          </a:bottom>
          <a:insideH>
            <a:ln w="12700" cmpd="sng">
              <a:solidFill>
                <a:schemeClr val="accent5"/>
              </a:solidFill>
            </a:ln>
          </a:insideH>
          <a:insideV>
            <a:ln w="12700" cmpd="sng">
              <a:solidFill>
                <a:schemeClr val="accent5"/>
              </a:solidFill>
            </a:ln>
          </a:insideV>
        </a:tcBdr>
        <a:fill>
          <a:noFill/>
        </a:fill>
      </a:tcStyle>
    </a:wholeTbl>
    <a:band1H>
      <a:tcStyle>
        <a:tcBdr/>
        <a:fill>
          <a:solidFill>
            <a:schemeClr val="accent5">
              <a:alpha val="20000"/>
            </a:schemeClr>
          </a:solidFill>
        </a:fill>
      </a:tcStyle>
    </a:band1H>
    <a:band1V>
      <a:tcStyle>
        <a:tcBdr/>
        <a:fill>
          <a:solidFill>
            <a:schemeClr val="accent5">
              <a:alpha val="20000"/>
            </a:schemeClr>
          </a:solidFill>
        </a:fill>
      </a:tcStyle>
    </a:band1V>
    <a:lastCol>
      <a:tcTxStyle b="on"/>
      <a:tcStyle>
        <a:tcBdr/>
      </a:tcStyle>
    </a:lastCol>
    <a:firstCol>
      <a:tcTxStyle b="on"/>
      <a:tcStyle>
        <a:tcBdr/>
      </a:tcStyle>
    </a:firstCol>
    <a:lastRow>
      <a:tcTxStyle b="on"/>
      <a:tcStyle>
        <a:tcBdr>
          <a:top>
            <a:ln w="50800" cmpd="dbl">
              <a:solidFill>
                <a:schemeClr val="accent5"/>
              </a:solidFill>
            </a:ln>
          </a:top>
        </a:tcBdr>
        <a:fill>
          <a:noFill/>
        </a:fill>
      </a:tcStyle>
    </a:lastRow>
    <a:firstRow>
      <a:tcTxStyle b="on"/>
      <a:tcStyle>
        <a:tcBdr>
          <a:bottom>
            <a:ln w="25400" cmpd="sng">
              <a:solidFill>
                <a:schemeClr val="accent5"/>
              </a:solidFill>
            </a:ln>
          </a:bottom>
        </a:tcBdr>
        <a:fill>
          <a:noFill/>
        </a:fill>
      </a:tcStyle>
    </a:firstRow>
  </a:tblStyle>
  <a:tblStyle styleId="{793D81CF-94F2-401A-BA57-92F5A7B2D0C5}" styleName="Mittlere Formatvorlage 1">
    <a:wholeTbl>
      <a:tcTxStyle>
        <a:fontRef idx="minor">
          <a:scrgbClr r="0" g="0" b="0"/>
        </a:fontRef>
        <a:schemeClr val="dk1"/>
      </a:tcTxStyle>
      <a:tcStyle>
        <a:tcBdr>
          <a:left>
            <a:ln w="12700" cmpd="sng">
              <a:solidFill>
                <a:schemeClr val="dk1"/>
              </a:solidFill>
            </a:ln>
          </a:left>
          <a:right>
            <a:ln w="12700" cmpd="sng">
              <a:solidFill>
                <a:schemeClr val="dk1"/>
              </a:solidFill>
            </a:ln>
          </a:right>
          <a:top>
            <a:ln w="12700" cmpd="sng">
              <a:solidFill>
                <a:schemeClr val="dk1"/>
              </a:solidFill>
            </a:ln>
          </a:top>
          <a:bottom>
            <a:ln w="12700" cmpd="sng">
              <a:solidFill>
                <a:schemeClr val="dk1"/>
              </a:solidFill>
            </a:ln>
          </a:bottom>
          <a:insideH>
            <a:ln w="12700" cmpd="sng">
              <a:solidFill>
                <a:schemeClr val="dk1"/>
              </a:solidFill>
            </a:ln>
          </a:insideH>
          <a:insideV>
            <a:ln>
              <a:noFill/>
            </a:ln>
          </a:insideV>
        </a:tcBdr>
        <a:fill>
          <a:solidFill>
            <a:schemeClr val="lt1"/>
          </a:solidFill>
        </a:fill>
      </a:tcStyle>
    </a:wholeTbl>
    <a:band1H>
      <a:tcStyle>
        <a:tcBdr/>
        <a:fill>
          <a:solidFill>
            <a:schemeClr val="dk1">
              <a:tint val="20000"/>
            </a:schemeClr>
          </a:solidFill>
        </a:fill>
      </a:tcStyle>
    </a:band1H>
    <a:band1V>
      <a:tcStyle>
        <a:tcBdr/>
        <a:fill>
          <a:solidFill>
            <a:schemeClr val="dk1">
              <a:tint val="20000"/>
            </a:schemeClr>
          </a:solidFill>
        </a:fill>
      </a:tcStyle>
    </a:band1V>
    <a:lastCol>
      <a:tcTxStyle b="on"/>
      <a:tcStyle>
        <a:tcBdr/>
      </a:tcStyle>
    </a:lastCol>
    <a:firstCol>
      <a:tcTxStyle b="on"/>
      <a:tcStyle>
        <a:tcBdr/>
      </a:tcStyle>
    </a:firstCol>
    <a:lastRow>
      <a:tcTxStyle b="on"/>
      <a:tcStyle>
        <a:tcBdr>
          <a:top>
            <a:ln w="50800" cmpd="dbl">
              <a:solidFill>
                <a:schemeClr val="dk1"/>
              </a:solidFill>
            </a:ln>
          </a:top>
        </a:tcBdr>
        <a:fill>
          <a:solidFill>
            <a:schemeClr val="lt1"/>
          </a:solidFill>
        </a:fill>
      </a:tcStyle>
    </a:lastRow>
    <a:firstRow>
      <a:tcTxStyle b="on">
        <a:fontRef idx="minor">
          <a:scrgbClr r="0" g="0" b="0"/>
        </a:fontRef>
        <a:schemeClr val="lt1"/>
      </a:tcTxStyle>
      <a:tcStyle>
        <a:tcBdr/>
        <a:fill>
          <a:solidFill>
            <a:schemeClr val="dk1"/>
          </a:solidFill>
        </a:fill>
      </a:tcStyle>
    </a:firstRow>
  </a:tblStyle>
  <a:tblStyle styleId="{9DCAF9ED-07DC-4A11-8D7F-57B35C25682E}" styleName="Mittlere Formatvorlage 1 - Akzent 2">
    <a:wholeTbl>
      <a:tcTxStyle>
        <a:fontRef idx="minor">
          <a:scrgbClr r="0" g="0" b="0"/>
        </a:fontRef>
        <a:schemeClr val="dk1"/>
      </a:tcTxStyle>
      <a:tcStyle>
        <a:tcBdr>
          <a:left>
            <a:ln w="12700" cmpd="sng">
              <a:solidFill>
                <a:schemeClr val="accent2"/>
              </a:solidFill>
            </a:ln>
          </a:left>
          <a:right>
            <a:ln w="12700" cmpd="sng">
              <a:solidFill>
                <a:schemeClr val="accent2"/>
              </a:solidFill>
            </a:ln>
          </a:right>
          <a:top>
            <a:ln w="12700" cmpd="sng">
              <a:solidFill>
                <a:schemeClr val="accent2"/>
              </a:solidFill>
            </a:ln>
          </a:top>
          <a:bottom>
            <a:ln w="12700" cmpd="sng">
              <a:solidFill>
                <a:schemeClr val="accent2"/>
              </a:solidFill>
            </a:ln>
          </a:bottom>
          <a:insideH>
            <a:ln w="12700" cmpd="sng">
              <a:solidFill>
                <a:schemeClr val="accent2"/>
              </a:solidFill>
            </a:ln>
          </a:insideH>
          <a:insideV>
            <a:ln>
              <a:noFill/>
            </a:ln>
          </a:insideV>
        </a:tcBdr>
        <a:fill>
          <a:solidFill>
            <a:schemeClr val="lt1"/>
          </a:solidFill>
        </a:fill>
      </a:tcStyle>
    </a:wholeTbl>
    <a:band1H>
      <a:tcStyle>
        <a:tcBdr/>
        <a:fill>
          <a:solidFill>
            <a:schemeClr val="accent2">
              <a:tint val="20000"/>
            </a:schemeClr>
          </a:solidFill>
        </a:fill>
      </a:tcStyle>
    </a:band1H>
    <a:band1V>
      <a:tcStyle>
        <a:tcBdr/>
        <a:fill>
          <a:solidFill>
            <a:schemeClr val="accent2">
              <a:tint val="20000"/>
            </a:schemeClr>
          </a:solidFill>
        </a:fill>
      </a:tcStyle>
    </a:band1V>
    <a:lastCol>
      <a:tcTxStyle b="on"/>
      <a:tcStyle>
        <a:tcBdr/>
      </a:tcStyle>
    </a:lastCol>
    <a:firstCol>
      <a:tcTxStyle b="on"/>
      <a:tcStyle>
        <a:tcBdr/>
      </a:tcStyle>
    </a:firstCol>
    <a:lastRow>
      <a:tcTxStyle b="on"/>
      <a:tcStyle>
        <a:tcBdr>
          <a:top>
            <a:ln w="50800" cmpd="dbl">
              <a:solidFill>
                <a:schemeClr val="accent2"/>
              </a:solidFill>
            </a:ln>
          </a:top>
        </a:tcBdr>
        <a:fill>
          <a:solidFill>
            <a:schemeClr val="lt1"/>
          </a:solidFill>
        </a:fill>
      </a:tcStyle>
    </a:lastRow>
    <a:firstRow>
      <a:tcTxStyle b="on">
        <a:fontRef idx="minor">
          <a:scrgbClr r="0" g="0" b="0"/>
        </a:fontRef>
        <a:schemeClr val="lt1"/>
      </a:tcTxStyle>
      <a:tcStyle>
        <a:tcBdr/>
        <a:fill>
          <a:solidFill>
            <a:schemeClr val="accent2"/>
          </a:solidFill>
        </a:fill>
      </a:tcStyle>
    </a:firstRow>
  </a:tblStyle>
  <a:tblStyle styleId="{1FECB4D8-DB02-4DC6-A0A2-4F2EBAE1DC90}" styleName="Mittlere Formatvorlage 1 - Akzent 3">
    <a:wholeTbl>
      <a:tcTxStyle>
        <a:fontRef idx="minor">
          <a:scrgbClr r="0" g="0" b="0"/>
        </a:fontRef>
        <a:schemeClr val="dk1"/>
      </a:tcTxStyle>
      <a:tcStyle>
        <a:tcBdr>
          <a:left>
            <a:ln w="12700" cmpd="sng">
              <a:solidFill>
                <a:schemeClr val="accent3"/>
              </a:solidFill>
            </a:ln>
          </a:left>
          <a:right>
            <a:ln w="12700" cmpd="sng">
              <a:solidFill>
                <a:schemeClr val="accent3"/>
              </a:solidFill>
            </a:ln>
          </a:right>
          <a:top>
            <a:ln w="12700" cmpd="sng">
              <a:solidFill>
                <a:schemeClr val="accent3"/>
              </a:solidFill>
            </a:ln>
          </a:top>
          <a:bottom>
            <a:ln w="12700" cmpd="sng">
              <a:solidFill>
                <a:schemeClr val="accent3"/>
              </a:solidFill>
            </a:ln>
          </a:bottom>
          <a:insideH>
            <a:ln w="12700" cmpd="sng">
              <a:solidFill>
                <a:schemeClr val="accent3"/>
              </a:solidFill>
            </a:ln>
          </a:insideH>
          <a:insideV>
            <a:ln>
              <a:noFill/>
            </a:ln>
          </a:insideV>
        </a:tcBdr>
        <a:fill>
          <a:solidFill>
            <a:schemeClr val="lt1"/>
          </a:solidFill>
        </a:fill>
      </a:tcStyle>
    </a:wholeTbl>
    <a:band1H>
      <a:tcStyle>
        <a:tcBdr/>
        <a:fill>
          <a:solidFill>
            <a:schemeClr val="accent3">
              <a:tint val="20000"/>
            </a:schemeClr>
          </a:solidFill>
        </a:fill>
      </a:tcStyle>
    </a:band1H>
    <a:band1V>
      <a:tcStyle>
        <a:tcBdr/>
        <a:fill>
          <a:solidFill>
            <a:schemeClr val="accent3">
              <a:tint val="20000"/>
            </a:schemeClr>
          </a:solidFill>
        </a:fill>
      </a:tcStyle>
    </a:band1V>
    <a:lastCol>
      <a:tcTxStyle b="on"/>
      <a:tcStyle>
        <a:tcBdr/>
      </a:tcStyle>
    </a:lastCol>
    <a:firstCol>
      <a:tcTxStyle b="on"/>
      <a:tcStyle>
        <a:tcBdr/>
      </a:tcStyle>
    </a:firstCol>
    <a:lastRow>
      <a:tcTxStyle b="on"/>
      <a:tcStyle>
        <a:tcBdr>
          <a:top>
            <a:ln w="50800" cmpd="dbl">
              <a:solidFill>
                <a:schemeClr val="accent3"/>
              </a:solidFill>
            </a:ln>
          </a:top>
        </a:tcBdr>
        <a:fill>
          <a:solidFill>
            <a:schemeClr val="lt1"/>
          </a:solidFill>
        </a:fill>
      </a:tcStyle>
    </a:lastRow>
    <a:firstRow>
      <a:tcTxStyle b="on">
        <a:fontRef idx="minor">
          <a:scrgbClr r="0" g="0" b="0"/>
        </a:fontRef>
        <a:schemeClr val="lt1"/>
      </a:tcTxStyle>
      <a:tcStyle>
        <a:tcBdr/>
        <a:fill>
          <a:solidFill>
            <a:schemeClr val="accent3"/>
          </a:solidFill>
        </a:fill>
      </a:tcStyle>
    </a:firstRow>
  </a:tblStyle>
  <a:tblStyle styleId="{1E171933-4619-4E11-9A3F-F7608DF75F80}" styleName="Mittlere Formatvorlage 1 - Akzent 4">
    <a:wholeTbl>
      <a:tcTxStyle>
        <a:fontRef idx="minor">
          <a:scrgbClr r="0" g="0" b="0"/>
        </a:fontRef>
        <a:schemeClr val="dk1"/>
      </a:tcTxStyle>
      <a:tcStyle>
        <a:tcBdr>
          <a:left>
            <a:ln w="12700" cmpd="sng">
              <a:solidFill>
                <a:schemeClr val="accent4"/>
              </a:solidFill>
            </a:ln>
          </a:left>
          <a:right>
            <a:ln w="12700" cmpd="sng">
              <a:solidFill>
                <a:schemeClr val="accent4"/>
              </a:solidFill>
            </a:ln>
          </a:right>
          <a:top>
            <a:ln w="12700" cmpd="sng">
              <a:solidFill>
                <a:schemeClr val="accent4"/>
              </a:solidFill>
            </a:ln>
          </a:top>
          <a:bottom>
            <a:ln w="12700" cmpd="sng">
              <a:solidFill>
                <a:schemeClr val="accent4"/>
              </a:solidFill>
            </a:ln>
          </a:bottom>
          <a:insideH>
            <a:ln w="12700" cmpd="sng">
              <a:solidFill>
                <a:schemeClr val="accent4"/>
              </a:solidFill>
            </a:ln>
          </a:insideH>
          <a:insideV>
            <a:ln>
              <a:noFill/>
            </a:ln>
          </a:insideV>
        </a:tcBdr>
        <a:fill>
          <a:solidFill>
            <a:schemeClr val="lt1"/>
          </a:solidFill>
        </a:fill>
      </a:tcStyle>
    </a:wholeTbl>
    <a:band1H>
      <a:tcStyle>
        <a:tcBdr/>
        <a:fill>
          <a:solidFill>
            <a:schemeClr val="accent4">
              <a:tint val="20000"/>
            </a:schemeClr>
          </a:solidFill>
        </a:fill>
      </a:tcStyle>
    </a:band1H>
    <a:band1V>
      <a:tcStyle>
        <a:tcBdr/>
        <a:fill>
          <a:solidFill>
            <a:schemeClr val="accent4">
              <a:tint val="20000"/>
            </a:schemeClr>
          </a:solidFill>
        </a:fill>
      </a:tcStyle>
    </a:band1V>
    <a:lastCol>
      <a:tcTxStyle b="on"/>
      <a:tcStyle>
        <a:tcBdr/>
      </a:tcStyle>
    </a:lastCol>
    <a:firstCol>
      <a:tcTxStyle b="on"/>
      <a:tcStyle>
        <a:tcBdr/>
      </a:tcStyle>
    </a:firstCol>
    <a:lastRow>
      <a:tcTxStyle b="on"/>
      <a:tcStyle>
        <a:tcBdr>
          <a:top>
            <a:ln w="50800" cmpd="dbl">
              <a:solidFill>
                <a:schemeClr val="accent4"/>
              </a:solidFill>
            </a:ln>
          </a:top>
        </a:tcBdr>
        <a:fill>
          <a:solidFill>
            <a:schemeClr val="lt1"/>
          </a:solidFill>
        </a:fill>
      </a:tcStyle>
    </a:lastRow>
    <a:firstRow>
      <a:tcTxStyle b="on">
        <a:fontRef idx="minor">
          <a:scrgbClr r="0" g="0" b="0"/>
        </a:fontRef>
        <a:schemeClr val="lt1"/>
      </a:tcTxStyle>
      <a:tcStyle>
        <a:tcBdr/>
        <a:fill>
          <a:solidFill>
            <a:schemeClr val="accent4"/>
          </a:solidFill>
        </a:fill>
      </a:tcStyle>
    </a:firstRow>
  </a:tblStyle>
  <a:tblStyle styleId="{FABFCF23-3B69-468F-B69F-88F6DE6A72F2}" styleName="Mittlere Formatvorlage 1 - Akzent 5">
    <a:wholeTbl>
      <a:tcTxStyle>
        <a:fontRef idx="minor">
          <a:scrgbClr r="0" g="0" b="0"/>
        </a:fontRef>
        <a:schemeClr val="dk1"/>
      </a:tcTxStyle>
      <a:tcStyle>
        <a:tcBdr>
          <a:left>
            <a:ln w="12700" cmpd="sng">
              <a:solidFill>
                <a:schemeClr val="accent5"/>
              </a:solidFill>
            </a:ln>
          </a:left>
          <a:right>
            <a:ln w="12700" cmpd="sng">
              <a:solidFill>
                <a:schemeClr val="accent5"/>
              </a:solidFill>
            </a:ln>
          </a:right>
          <a:top>
            <a:ln w="12700" cmpd="sng">
              <a:solidFill>
                <a:schemeClr val="accent5"/>
              </a:solidFill>
            </a:ln>
          </a:top>
          <a:bottom>
            <a:ln w="12700" cmpd="sng">
              <a:solidFill>
                <a:schemeClr val="accent5"/>
              </a:solidFill>
            </a:ln>
          </a:bottom>
          <a:insideH>
            <a:ln w="12700" cmpd="sng">
              <a:solidFill>
                <a:schemeClr val="accent5"/>
              </a:solidFill>
            </a:ln>
          </a:insideH>
          <a:insideV>
            <a:ln>
              <a:noFill/>
            </a:ln>
          </a:insideV>
        </a:tcBdr>
        <a:fill>
          <a:solidFill>
            <a:schemeClr val="lt1"/>
          </a:solidFill>
        </a:fill>
      </a:tcStyle>
    </a:wholeTbl>
    <a:band1H>
      <a:tcStyle>
        <a:tcBdr/>
        <a:fill>
          <a:solidFill>
            <a:schemeClr val="accent5">
              <a:tint val="20000"/>
            </a:schemeClr>
          </a:solidFill>
        </a:fill>
      </a:tcStyle>
    </a:band1H>
    <a:band1V>
      <a:tcStyle>
        <a:tcBdr/>
        <a:fill>
          <a:solidFill>
            <a:schemeClr val="accent5">
              <a:tint val="20000"/>
            </a:schemeClr>
          </a:solidFill>
        </a:fill>
      </a:tcStyle>
    </a:band1V>
    <a:lastCol>
      <a:tcTxStyle b="on"/>
      <a:tcStyle>
        <a:tcBdr/>
      </a:tcStyle>
    </a:lastCol>
    <a:firstCol>
      <a:tcTxStyle b="on"/>
      <a:tcStyle>
        <a:tcBdr/>
      </a:tcStyle>
    </a:firstCol>
    <a:lastRow>
      <a:tcTxStyle b="on"/>
      <a:tcStyle>
        <a:tcBdr>
          <a:top>
            <a:ln w="50800" cmpd="dbl">
              <a:solidFill>
                <a:schemeClr val="accent5"/>
              </a:solidFill>
            </a:ln>
          </a:top>
        </a:tcBdr>
        <a:fill>
          <a:solidFill>
            <a:schemeClr val="lt1"/>
          </a:solidFill>
        </a:fill>
      </a:tcStyle>
    </a:lastRow>
    <a:firstRow>
      <a:tcTxStyle b="on">
        <a:fontRef idx="minor">
          <a:scrgbClr r="0" g="0" b="0"/>
        </a:fontRef>
        <a:schemeClr val="lt1"/>
      </a:tcTxStyle>
      <a:tcStyle>
        <a:tcBdr/>
        <a:fill>
          <a:solidFill>
            <a:schemeClr val="accent5"/>
          </a:solidFill>
        </a:fill>
      </a:tcStyle>
    </a:firstRow>
  </a:tblStyle>
  <a:tblStyle styleId="{073A0DAA-6AF3-43AB-8588-CEC1D06C72B9}" styleName="Mittlere Formatvorlage 2">
    <a:wholeTbl>
      <a:tcTxStyle>
        <a:fontRef idx="minor">
          <a:prstClr val="black"/>
        </a:fontRef>
        <a:schemeClr val="dk1"/>
      </a:tcTxStyle>
      <a:tcStyle>
        <a:tcBdr>
          <a:left>
            <a:ln w="12700" cmpd="sng">
              <a:solidFill>
                <a:schemeClr val="lt1"/>
              </a:solidFill>
            </a:ln>
          </a:left>
          <a:right>
            <a:ln w="12700" cmpd="sng">
              <a:solidFill>
                <a:schemeClr val="lt1"/>
              </a:solidFill>
            </a:ln>
          </a:right>
          <a:top>
            <a:ln w="12700" cmpd="sng">
              <a:solidFill>
                <a:schemeClr val="lt1"/>
              </a:solidFill>
            </a:ln>
          </a:top>
          <a:bottom>
            <a:ln w="12700" cmpd="sng">
              <a:solidFill>
                <a:schemeClr val="lt1"/>
              </a:solidFill>
            </a:ln>
          </a:bottom>
          <a:insideH>
            <a:ln w="12700" cmpd="sng">
              <a:solidFill>
                <a:schemeClr val="lt1"/>
              </a:solidFill>
            </a:ln>
          </a:insideH>
          <a:insideV>
            <a:ln w="12700" cmpd="sng">
              <a:solidFill>
                <a:schemeClr val="lt1"/>
              </a:solidFill>
            </a:ln>
          </a:insideV>
        </a:tcBdr>
        <a:fill>
          <a:solidFill>
            <a:schemeClr val="dk1">
              <a:tint val="20000"/>
            </a:schemeClr>
          </a:solidFill>
        </a:fill>
      </a:tcStyle>
    </a:wholeTbl>
    <a:band1H>
      <a:tcStyle>
        <a:tcBdr/>
        <a:fill>
          <a:solidFill>
            <a:schemeClr val="dk1">
              <a:tint val="40000"/>
            </a:schemeClr>
          </a:solidFill>
        </a:fill>
      </a:tcStyle>
    </a:band1H>
    <a:band2H>
      <a:tcStyle>
        <a:tcBdr/>
      </a:tcStyle>
    </a:band2H>
    <a:band1V>
      <a:tcStyle>
        <a:tcBdr/>
        <a:fill>
          <a:solidFill>
            <a:schemeClr val="dk1">
              <a:tint val="40000"/>
            </a:schemeClr>
          </a:solidFill>
        </a:fill>
      </a:tcStyle>
    </a:band1V>
    <a:band2V>
      <a:tcStyle>
        <a:tcBdr/>
      </a:tcStyle>
    </a:band2V>
    <a:lastCol>
      <a:tcTxStyle b="on">
        <a:fontRef idx="minor">
          <a:prstClr val="black"/>
        </a:fontRef>
        <a:schemeClr val="lt1"/>
      </a:tcTxStyle>
      <a:tcStyle>
        <a:tcBdr/>
        <a:fill>
          <a:solidFill>
            <a:schemeClr val="dk1"/>
          </a:solidFill>
        </a:fill>
      </a:tcStyle>
    </a:lastCol>
    <a:firstCol>
      <a:tcTxStyle b="on">
        <a:fontRef idx="minor">
          <a:prstClr val="black"/>
        </a:fontRef>
        <a:schemeClr val="lt1"/>
      </a:tcTxStyle>
      <a:tcStyle>
        <a:tcBdr/>
        <a:fill>
          <a:solidFill>
            <a:schemeClr val="dk1"/>
          </a:solidFill>
        </a:fill>
      </a:tcStyle>
    </a:firstCol>
    <a:lastRow>
      <a:tcTxStyle b="on">
        <a:fontRef idx="minor">
          <a:prstClr val="black"/>
        </a:fontRef>
        <a:schemeClr val="lt1"/>
      </a:tcTxStyle>
      <a:tcStyle>
        <a:tcBdr>
          <a:top>
            <a:ln w="38100" cmpd="sng">
              <a:solidFill>
                <a:schemeClr val="lt1"/>
              </a:solidFill>
            </a:ln>
          </a:top>
        </a:tcBdr>
        <a:fill>
          <a:solidFill>
            <a:schemeClr val="dk1"/>
          </a:solidFill>
        </a:fill>
      </a:tcStyle>
    </a:lastRow>
    <a:firstRow>
      <a:tcTxStyle b="on">
        <a:fontRef idx="minor">
          <a:prstClr val="black"/>
        </a:fontRef>
        <a:schemeClr val="lt1"/>
      </a:tcTxStyle>
      <a:tcStyle>
        <a:tcBdr>
          <a:bottom>
            <a:ln w="38100" cmpd="sng">
              <a:solidFill>
                <a:schemeClr val="lt1"/>
              </a:solidFill>
            </a:ln>
          </a:bottom>
        </a:tcBdr>
        <a:fill>
          <a:solidFill>
            <a:schemeClr val="dk1"/>
          </a:solidFill>
        </a:fill>
      </a:tcStyle>
    </a:firstRow>
  </a:tblStyle>
  <a:tblStyle styleId="{21E4AEA4-8DFA-4A89-87EB-49C32662AFE0}" styleName="Mittlere Formatvorlage 2 - Akzent 2">
    <a:wholeTbl>
      <a:tcTxStyle>
        <a:fontRef idx="minor">
          <a:prstClr val="black"/>
        </a:fontRef>
        <a:schemeClr val="dk1"/>
      </a:tcTxStyle>
      <a:tcStyle>
        <a:tcBdr>
          <a:left>
            <a:ln w="12700" cmpd="sng">
              <a:solidFill>
                <a:schemeClr val="lt1"/>
              </a:solidFill>
            </a:ln>
          </a:left>
          <a:right>
            <a:ln w="12700" cmpd="sng">
              <a:solidFill>
                <a:schemeClr val="lt1"/>
              </a:solidFill>
            </a:ln>
          </a:right>
          <a:top>
            <a:ln w="12700" cmpd="sng">
              <a:solidFill>
                <a:schemeClr val="lt1"/>
              </a:solidFill>
            </a:ln>
          </a:top>
          <a:bottom>
            <a:ln w="12700" cmpd="sng">
              <a:solidFill>
                <a:schemeClr val="lt1"/>
              </a:solidFill>
            </a:ln>
          </a:bottom>
          <a:insideH>
            <a:ln w="12700" cmpd="sng">
              <a:solidFill>
                <a:schemeClr val="lt1"/>
              </a:solidFill>
            </a:ln>
          </a:insideH>
          <a:insideV>
            <a:ln w="12700" cmpd="sng">
              <a:solidFill>
                <a:schemeClr val="lt1"/>
              </a:solidFill>
            </a:ln>
          </a:insideV>
        </a:tcBdr>
        <a:fill>
          <a:solidFill>
            <a:schemeClr val="accent2">
              <a:tint val="20000"/>
            </a:schemeClr>
          </a:solidFill>
        </a:fill>
      </a:tcStyle>
    </a:wholeTbl>
    <a:band1H>
      <a:tcStyle>
        <a:tcBdr/>
        <a:fill>
          <a:solidFill>
            <a:schemeClr val="accent2">
              <a:tint val="40000"/>
            </a:schemeClr>
          </a:solidFill>
        </a:fill>
      </a:tcStyle>
    </a:band1H>
    <a:band2H>
      <a:tcStyle>
        <a:tcBdr/>
      </a:tcStyle>
    </a:band2H>
    <a:band1V>
      <a:tcStyle>
        <a:tcBdr/>
        <a:fill>
          <a:solidFill>
            <a:schemeClr val="accent2">
              <a:tint val="40000"/>
            </a:schemeClr>
          </a:solidFill>
        </a:fill>
      </a:tcStyle>
    </a:band1V>
    <a:band2V>
      <a:tcStyle>
        <a:tcBdr/>
      </a:tcStyle>
    </a:band2V>
    <a:lastCol>
      <a:tcTxStyle b="on">
        <a:fontRef idx="minor">
          <a:prstClr val="black"/>
        </a:fontRef>
        <a:schemeClr val="lt1"/>
      </a:tcTxStyle>
      <a:tcStyle>
        <a:tcBdr/>
        <a:fill>
          <a:solidFill>
            <a:schemeClr val="accent2"/>
          </a:solidFill>
        </a:fill>
      </a:tcStyle>
    </a:lastCol>
    <a:firstCol>
      <a:tcTxStyle b="on">
        <a:fontRef idx="minor">
          <a:prstClr val="black"/>
        </a:fontRef>
        <a:schemeClr val="lt1"/>
      </a:tcTxStyle>
      <a:tcStyle>
        <a:tcBdr/>
        <a:fill>
          <a:solidFill>
            <a:schemeClr val="accent2"/>
          </a:solidFill>
        </a:fill>
      </a:tcStyle>
    </a:firstCol>
    <a:lastRow>
      <a:tcTxStyle b="on">
        <a:fontRef idx="minor">
          <a:prstClr val="black"/>
        </a:fontRef>
        <a:schemeClr val="lt1"/>
      </a:tcTxStyle>
      <a:tcStyle>
        <a:tcBdr>
          <a:top>
            <a:ln w="38100" cmpd="sng">
              <a:solidFill>
                <a:schemeClr val="lt1"/>
              </a:solidFill>
            </a:ln>
          </a:top>
        </a:tcBdr>
        <a:fill>
          <a:solidFill>
            <a:schemeClr val="accent2"/>
          </a:solidFill>
        </a:fill>
      </a:tcStyle>
    </a:lastRow>
    <a:firstRow>
      <a:tcTxStyle b="on">
        <a:fontRef idx="minor">
          <a:prstClr val="black"/>
        </a:fontRef>
        <a:schemeClr val="lt1"/>
      </a:tcTxStyle>
      <a:tcStyle>
        <a:tcBdr>
          <a:bottom>
            <a:ln w="38100" cmpd="sng">
              <a:solidFill>
                <a:schemeClr val="lt1"/>
              </a:solidFill>
            </a:ln>
          </a:bottom>
        </a:tcBdr>
        <a:fill>
          <a:solidFill>
            <a:schemeClr val="accent2"/>
          </a:solidFill>
        </a:fill>
      </a:tcStyle>
    </a:firstRow>
  </a:tblStyle>
  <a:tblStyle styleId="{F5AB1C69-6EDB-4FF4-983F-18BD219EF322}" styleName="Mittlere Formatvorlage 2 - Akzent 3">
    <a:wholeTbl>
      <a:tcTxStyle>
        <a:fontRef idx="minor">
          <a:prstClr val="black"/>
        </a:fontRef>
        <a:schemeClr val="dk1"/>
      </a:tcTxStyle>
      <a:tcStyle>
        <a:tcBdr>
          <a:left>
            <a:ln w="12700" cmpd="sng">
              <a:solidFill>
                <a:schemeClr val="lt1"/>
              </a:solidFill>
            </a:ln>
          </a:left>
          <a:right>
            <a:ln w="12700" cmpd="sng">
              <a:solidFill>
                <a:schemeClr val="lt1"/>
              </a:solidFill>
            </a:ln>
          </a:right>
          <a:top>
            <a:ln w="12700" cmpd="sng">
              <a:solidFill>
                <a:schemeClr val="lt1"/>
              </a:solidFill>
            </a:ln>
          </a:top>
          <a:bottom>
            <a:ln w="12700" cmpd="sng">
              <a:solidFill>
                <a:schemeClr val="lt1"/>
              </a:solidFill>
            </a:ln>
          </a:bottom>
          <a:insideH>
            <a:ln w="12700" cmpd="sng">
              <a:solidFill>
                <a:schemeClr val="lt1"/>
              </a:solidFill>
            </a:ln>
          </a:insideH>
          <a:insideV>
            <a:ln w="12700" cmpd="sng">
              <a:solidFill>
                <a:schemeClr val="lt1"/>
              </a:solidFill>
            </a:ln>
          </a:insideV>
        </a:tcBdr>
        <a:fill>
          <a:solidFill>
            <a:schemeClr val="accent3">
              <a:tint val="20000"/>
            </a:schemeClr>
          </a:solidFill>
        </a:fill>
      </a:tcStyle>
    </a:wholeTbl>
    <a:band1H>
      <a:tcStyle>
        <a:tcBdr/>
        <a:fill>
          <a:solidFill>
            <a:schemeClr val="accent3">
              <a:tint val="40000"/>
            </a:schemeClr>
          </a:solidFill>
        </a:fill>
      </a:tcStyle>
    </a:band1H>
    <a:band2H>
      <a:tcStyle>
        <a:tcBdr/>
      </a:tcStyle>
    </a:band2H>
    <a:band1V>
      <a:tcStyle>
        <a:tcBdr/>
        <a:fill>
          <a:solidFill>
            <a:schemeClr val="accent3">
              <a:tint val="40000"/>
            </a:schemeClr>
          </a:solidFill>
        </a:fill>
      </a:tcStyle>
    </a:band1V>
    <a:band2V>
      <a:tcStyle>
        <a:tcBdr/>
      </a:tcStyle>
    </a:band2V>
    <a:lastCol>
      <a:tcTxStyle b="on">
        <a:fontRef idx="minor">
          <a:prstClr val="black"/>
        </a:fontRef>
        <a:schemeClr val="lt1"/>
      </a:tcTxStyle>
      <a:tcStyle>
        <a:tcBdr/>
        <a:fill>
          <a:solidFill>
            <a:schemeClr val="accent3"/>
          </a:solidFill>
        </a:fill>
      </a:tcStyle>
    </a:lastCol>
    <a:firstCol>
      <a:tcTxStyle b="on">
        <a:fontRef idx="minor">
          <a:prstClr val="black"/>
        </a:fontRef>
        <a:schemeClr val="lt1"/>
      </a:tcTxStyle>
      <a:tcStyle>
        <a:tcBdr/>
        <a:fill>
          <a:solidFill>
            <a:schemeClr val="accent3"/>
          </a:solidFill>
        </a:fill>
      </a:tcStyle>
    </a:firstCol>
    <a:lastRow>
      <a:tcTxStyle b="on">
        <a:fontRef idx="minor">
          <a:prstClr val="black"/>
        </a:fontRef>
        <a:schemeClr val="lt1"/>
      </a:tcTxStyle>
      <a:tcStyle>
        <a:tcBdr>
          <a:top>
            <a:ln w="38100" cmpd="sng">
              <a:solidFill>
                <a:schemeClr val="lt1"/>
              </a:solidFill>
            </a:ln>
          </a:top>
        </a:tcBdr>
        <a:fill>
          <a:solidFill>
            <a:schemeClr val="accent3"/>
          </a:solidFill>
        </a:fill>
      </a:tcStyle>
    </a:lastRow>
    <a:firstRow>
      <a:tcTxStyle b="on">
        <a:fontRef idx="minor">
          <a:prstClr val="black"/>
        </a:fontRef>
        <a:schemeClr val="lt1"/>
      </a:tcTxStyle>
      <a:tcStyle>
        <a:tcBdr>
          <a:bottom>
            <a:ln w="38100" cmpd="sng">
              <a:solidFill>
                <a:schemeClr val="lt1"/>
              </a:solidFill>
            </a:ln>
          </a:bottom>
        </a:tcBdr>
        <a:fill>
          <a:solidFill>
            <a:schemeClr val="accent3"/>
          </a:solidFill>
        </a:fill>
      </a:tcStyle>
    </a:firstRow>
  </a:tblStyle>
  <a:tblStyle styleId="{00A15C55-8517-42AA-B614-E9B94910E393}" styleName="Mittlere Formatvorlage 2 - Akzent 4">
    <a:wholeTbl>
      <a:tcTxStyle>
        <a:fontRef idx="minor">
          <a:prstClr val="black"/>
        </a:fontRef>
        <a:schemeClr val="dk1"/>
      </a:tcTxStyle>
      <a:tcStyle>
        <a:tcBdr>
          <a:left>
            <a:ln w="12700" cmpd="sng">
              <a:solidFill>
                <a:schemeClr val="lt1"/>
              </a:solidFill>
            </a:ln>
          </a:left>
          <a:right>
            <a:ln w="12700" cmpd="sng">
              <a:solidFill>
                <a:schemeClr val="lt1"/>
              </a:solidFill>
            </a:ln>
          </a:right>
          <a:top>
            <a:ln w="12700" cmpd="sng">
              <a:solidFill>
                <a:schemeClr val="lt1"/>
              </a:solidFill>
            </a:ln>
          </a:top>
          <a:bottom>
            <a:ln w="12700" cmpd="sng">
              <a:solidFill>
                <a:schemeClr val="lt1"/>
              </a:solidFill>
            </a:ln>
          </a:bottom>
          <a:insideH>
            <a:ln w="12700" cmpd="sng">
              <a:solidFill>
                <a:schemeClr val="lt1"/>
              </a:solidFill>
            </a:ln>
          </a:insideH>
          <a:insideV>
            <a:ln w="12700" cmpd="sng">
              <a:solidFill>
                <a:schemeClr val="lt1"/>
              </a:solidFill>
            </a:ln>
          </a:insideV>
        </a:tcBdr>
        <a:fill>
          <a:solidFill>
            <a:schemeClr val="accent4">
              <a:tint val="20000"/>
            </a:schemeClr>
          </a:solidFill>
        </a:fill>
      </a:tcStyle>
    </a:wholeTbl>
    <a:band1H>
      <a:tcStyle>
        <a:tcBdr/>
        <a:fill>
          <a:solidFill>
            <a:schemeClr val="accent4">
              <a:tint val="40000"/>
            </a:schemeClr>
          </a:solidFill>
        </a:fill>
      </a:tcStyle>
    </a:band1H>
    <a:band2H>
      <a:tcStyle>
        <a:tcBdr/>
      </a:tcStyle>
    </a:band2H>
    <a:band1V>
      <a:tcStyle>
        <a:tcBdr/>
        <a:fill>
          <a:solidFill>
            <a:schemeClr val="accent4">
              <a:tint val="40000"/>
            </a:schemeClr>
          </a:solidFill>
        </a:fill>
      </a:tcStyle>
    </a:band1V>
    <a:band2V>
      <a:tcStyle>
        <a:tcBdr/>
      </a:tcStyle>
    </a:band2V>
    <a:lastCol>
      <a:tcTxStyle b="on">
        <a:fontRef idx="minor">
          <a:prstClr val="black"/>
        </a:fontRef>
        <a:schemeClr val="lt1"/>
      </a:tcTxStyle>
      <a:tcStyle>
        <a:tcBdr/>
        <a:fill>
          <a:solidFill>
            <a:schemeClr val="accent4"/>
          </a:solidFill>
        </a:fill>
      </a:tcStyle>
    </a:lastCol>
    <a:firstCol>
      <a:tcTxStyle b="on">
        <a:fontRef idx="minor">
          <a:prstClr val="black"/>
        </a:fontRef>
        <a:schemeClr val="lt1"/>
      </a:tcTxStyle>
      <a:tcStyle>
        <a:tcBdr/>
        <a:fill>
          <a:solidFill>
            <a:schemeClr val="accent4"/>
          </a:solidFill>
        </a:fill>
      </a:tcStyle>
    </a:firstCol>
    <a:lastRow>
      <a:tcTxStyle b="on">
        <a:fontRef idx="minor">
          <a:prstClr val="black"/>
        </a:fontRef>
        <a:schemeClr val="lt1"/>
      </a:tcTxStyle>
      <a:tcStyle>
        <a:tcBdr>
          <a:top>
            <a:ln w="38100" cmpd="sng">
              <a:solidFill>
                <a:schemeClr val="lt1"/>
              </a:solidFill>
            </a:ln>
          </a:top>
        </a:tcBdr>
        <a:fill>
          <a:solidFill>
            <a:schemeClr val="accent4"/>
          </a:solidFill>
        </a:fill>
      </a:tcStyle>
    </a:lastRow>
    <a:firstRow>
      <a:tcTxStyle b="on">
        <a:fontRef idx="minor">
          <a:prstClr val="black"/>
        </a:fontRef>
        <a:schemeClr val="lt1"/>
      </a:tcTxStyle>
      <a:tcStyle>
        <a:tcBdr>
          <a:bottom>
            <a:ln w="38100" cmpd="sng">
              <a:solidFill>
                <a:schemeClr val="lt1"/>
              </a:solidFill>
            </a:ln>
          </a:bottom>
        </a:tcBdr>
        <a:fill>
          <a:solidFill>
            <a:schemeClr val="accent4"/>
          </a:solidFill>
        </a:fill>
      </a:tcStyle>
    </a:firstRow>
  </a:tblStyle>
  <a:tblStyle styleId="{7DF18680-E054-41AD-8BC1-D1AEF772440D}" styleName="Mittlere Formatvorlage 2 - Akzent 5">
    <a:wholeTbl>
      <a:tcTxStyle>
        <a:fontRef idx="minor">
          <a:prstClr val="black"/>
        </a:fontRef>
        <a:schemeClr val="dk1"/>
      </a:tcTxStyle>
      <a:tcStyle>
        <a:tcBdr>
          <a:left>
            <a:ln w="12700" cmpd="sng">
              <a:solidFill>
                <a:schemeClr val="lt1"/>
              </a:solidFill>
            </a:ln>
          </a:left>
          <a:right>
            <a:ln w="12700" cmpd="sng">
              <a:solidFill>
                <a:schemeClr val="lt1"/>
              </a:solidFill>
            </a:ln>
          </a:right>
          <a:top>
            <a:ln w="12700" cmpd="sng">
              <a:solidFill>
                <a:schemeClr val="lt1"/>
              </a:solidFill>
            </a:ln>
          </a:top>
          <a:bottom>
            <a:ln w="12700" cmpd="sng">
              <a:solidFill>
                <a:schemeClr val="lt1"/>
              </a:solidFill>
            </a:ln>
          </a:bottom>
          <a:insideH>
            <a:ln w="12700" cmpd="sng">
              <a:solidFill>
                <a:schemeClr val="lt1"/>
              </a:solidFill>
            </a:ln>
          </a:insideH>
          <a:insideV>
            <a:ln w="12700" cmpd="sng">
              <a:solidFill>
                <a:schemeClr val="lt1"/>
              </a:solidFill>
            </a:ln>
          </a:insideV>
        </a:tcBdr>
        <a:fill>
          <a:solidFill>
            <a:schemeClr val="accent5">
              <a:tint val="20000"/>
            </a:schemeClr>
          </a:solidFill>
        </a:fill>
      </a:tcStyle>
    </a:wholeTbl>
    <a:band1H>
      <a:tcStyle>
        <a:tcBdr/>
        <a:fill>
          <a:solidFill>
            <a:schemeClr val="accent5">
              <a:tint val="40000"/>
            </a:schemeClr>
          </a:solidFill>
        </a:fill>
      </a:tcStyle>
    </a:band1H>
    <a:band2H>
      <a:tcStyle>
        <a:tcBdr/>
      </a:tcStyle>
    </a:band2H>
    <a:band1V>
      <a:tcStyle>
        <a:tcBdr/>
        <a:fill>
          <a:solidFill>
            <a:schemeClr val="accent5">
              <a:tint val="40000"/>
            </a:schemeClr>
          </a:solidFill>
        </a:fill>
      </a:tcStyle>
    </a:band1V>
    <a:band2V>
      <a:tcStyle>
        <a:tcBdr/>
      </a:tcStyle>
    </a:band2V>
    <a:lastCol>
      <a:tcTxStyle b="on">
        <a:fontRef idx="minor">
          <a:prstClr val="black"/>
        </a:fontRef>
        <a:schemeClr val="lt1"/>
      </a:tcTxStyle>
      <a:tcStyle>
        <a:tcBdr/>
        <a:fill>
          <a:solidFill>
            <a:schemeClr val="accent5"/>
          </a:solidFill>
        </a:fill>
      </a:tcStyle>
    </a:lastCol>
    <a:firstCol>
      <a:tcTxStyle b="on">
        <a:fontRef idx="minor">
          <a:prstClr val="black"/>
        </a:fontRef>
        <a:schemeClr val="lt1"/>
      </a:tcTxStyle>
      <a:tcStyle>
        <a:tcBdr/>
        <a:fill>
          <a:solidFill>
            <a:schemeClr val="accent5"/>
          </a:solidFill>
        </a:fill>
      </a:tcStyle>
    </a:firstCol>
    <a:lastRow>
      <a:tcTxStyle b="on">
        <a:fontRef idx="minor">
          <a:prstClr val="black"/>
        </a:fontRef>
        <a:schemeClr val="lt1"/>
      </a:tcTxStyle>
      <a:tcStyle>
        <a:tcBdr>
          <a:top>
            <a:ln w="38100" cmpd="sng">
              <a:solidFill>
                <a:schemeClr val="lt1"/>
              </a:solidFill>
            </a:ln>
          </a:top>
        </a:tcBdr>
        <a:fill>
          <a:solidFill>
            <a:schemeClr val="accent5"/>
          </a:solidFill>
        </a:fill>
      </a:tcStyle>
    </a:lastRow>
    <a:firstRow>
      <a:tcTxStyle b="on">
        <a:fontRef idx="minor">
          <a:prstClr val="black"/>
        </a:fontRef>
        <a:schemeClr val="lt1"/>
      </a:tcTxStyle>
      <a:tcStyle>
        <a:tcBdr>
          <a:bottom>
            <a:ln w="38100" cmpd="sng">
              <a:solidFill>
                <a:schemeClr val="lt1"/>
              </a:solidFill>
            </a:ln>
          </a:bottom>
        </a:tcBdr>
        <a:fill>
          <a:solidFill>
            <a:schemeClr val="accent5"/>
          </a:solidFill>
        </a:fill>
      </a:tcStyle>
    </a:firstRow>
  </a:tblStyle>
  <a:tblStyle styleId="{8EC20E35-A176-4012-BC5E-935CFFF8708E}" styleName="Mittlere Formatvorlage 3">
    <a:wholeTbl>
      <a:tcTxStyle>
        <a:fontRef idx="minor"/>
        <a:schemeClr val="dk1"/>
      </a:tcTxStyle>
      <a:tcStyle>
        <a:tcBdr>
          <a:left>
            <a:ln>
              <a:noFill/>
            </a:ln>
          </a:left>
          <a:right>
            <a:ln>
              <a:noFill/>
            </a:ln>
          </a:right>
          <a:top>
            <a:ln w="25400" cmpd="sng">
              <a:solidFill>
                <a:schemeClr val="dk1"/>
              </a:solidFill>
            </a:ln>
          </a:top>
          <a:bottom>
            <a:ln w="25400" cmpd="sng">
              <a:solidFill>
                <a:schemeClr val="dk1"/>
              </a:solidFill>
            </a:ln>
          </a:bottom>
          <a:insideH>
            <a:ln>
              <a:noFill/>
            </a:ln>
          </a:insideH>
          <a:insideV>
            <a:ln>
              <a:noFill/>
            </a:ln>
          </a:insideV>
        </a:tcBdr>
        <a:fill>
          <a:solidFill>
            <a:schemeClr val="lt1"/>
          </a:solidFill>
        </a:fill>
      </a:tcStyle>
    </a:wholeTbl>
    <a:band1H>
      <a:tcStyle>
        <a:tcBdr/>
        <a:fill>
          <a:solidFill>
            <a:schemeClr val="dk1">
              <a:tint val="20000"/>
            </a:schemeClr>
          </a:solidFill>
        </a:fill>
      </a:tcStyle>
    </a:band1H>
    <a:band1V>
      <a:tcStyle>
        <a:tcBdr/>
        <a:fill>
          <a:solidFill>
            <a:schemeClr val="dk1">
              <a:tint val="20000"/>
            </a:schemeClr>
          </a:solidFill>
        </a:fill>
      </a:tcStyle>
    </a:band1V>
    <a:lastCol>
      <a:tcTxStyle b="on">
        <a:fontRef idx="minor">
          <a:scrgbClr r="0" g="0" b="0"/>
        </a:fontRef>
        <a:schemeClr val="lt1"/>
      </a:tcTxStyle>
      <a:tcStyle>
        <a:tcBdr/>
        <a:fill>
          <a:solidFill>
            <a:schemeClr val="dk1"/>
          </a:solidFill>
        </a:fill>
      </a:tcStyle>
    </a:lastCol>
    <a:firstCol>
      <a:tcTxStyle b="on">
        <a:fontRef idx="minor">
          <a:scrgbClr r="0" g="0" b="0"/>
        </a:fontRef>
        <a:schemeClr val="lt1"/>
      </a:tcTxStyle>
      <a:tcStyle>
        <a:tcBdr/>
        <a:fill>
          <a:solidFill>
            <a:schemeClr val="dk1"/>
          </a:solidFill>
        </a:fill>
      </a:tcStyle>
    </a:firstCol>
    <a:lastRow>
      <a:tcTxStyle b="on"/>
      <a:tcStyle>
        <a:tcBdr>
          <a:top>
            <a:ln w="50800" cmpd="dbl">
              <a:solidFill>
                <a:schemeClr val="dk1"/>
              </a:solidFill>
            </a:ln>
          </a:top>
        </a:tcBdr>
        <a:fill>
          <a:solidFill>
            <a:schemeClr val="lt1"/>
          </a:solidFill>
        </a:fill>
      </a:tcStyle>
    </a:lastRow>
    <a:seCell>
      <a:tcTxStyle b="on">
        <a:fontRef idx="minor">
          <a:scrgbClr r="0" g="0" b="0"/>
        </a:fontRef>
        <a:schemeClr val="dk1"/>
      </a:tcTxStyle>
      <a:tcStyle>
        <a:tcBdr/>
      </a:tcStyle>
    </a:seCell>
    <a:swCell>
      <a:tcTxStyle b="on">
        <a:fontRef idx="minor">
          <a:scrgbClr r="0" g="0" b="0"/>
        </a:fontRef>
        <a:schemeClr val="dk1"/>
      </a:tcTxStyle>
      <a:tcStyle>
        <a:tcBdr/>
      </a:tcStyle>
    </a:swCell>
    <a:firstRow>
      <a:tcTxStyle b="on">
        <a:fontRef idx="minor">
          <a:scrgbClr r="0" g="0" b="0"/>
        </a:fontRef>
        <a:schemeClr val="lt1"/>
      </a:tcTxStyle>
      <a:tcStyle>
        <a:tcBdr>
          <a:bottom>
            <a:ln w="25400" cmpd="sng">
              <a:solidFill>
                <a:schemeClr val="dk1"/>
              </a:solidFill>
            </a:ln>
          </a:bottom>
        </a:tcBdr>
        <a:fill>
          <a:solidFill>
            <a:schemeClr val="dk1"/>
          </a:solidFill>
        </a:fill>
      </a:tcStyle>
    </a:firstRow>
  </a:tblStyle>
  <a:tblStyle styleId="{2A488322-F2BA-4B5B-9748-0D474271808F}" styleName="Mittlere Formatvorlage 3 - Akzent 6">
    <a:wholeTbl>
      <a:tcTxStyle>
        <a:fontRef idx="minor">
          <a:scrgbClr r="0" g="0" b="0"/>
        </a:fontRef>
        <a:schemeClr val="dk1"/>
      </a:tcTxStyle>
      <a:tcStyle>
        <a:tcBdr>
          <a:left>
            <a:ln>
              <a:noFill/>
            </a:ln>
          </a:left>
          <a:right>
            <a:ln>
              <a:noFill/>
            </a:ln>
          </a:right>
          <a:top>
            <a:ln w="25400" cmpd="sng">
              <a:solidFill>
                <a:schemeClr val="dk1"/>
              </a:solidFill>
            </a:ln>
          </a:top>
          <a:bottom>
            <a:ln w="25400" cmpd="sng">
              <a:solidFill>
                <a:schemeClr val="dk1"/>
              </a:solidFill>
            </a:ln>
          </a:bottom>
          <a:insideH>
            <a:ln>
              <a:noFill/>
            </a:ln>
          </a:insideH>
          <a:insideV>
            <a:ln>
              <a:noFill/>
            </a:ln>
          </a:insideV>
        </a:tcBdr>
        <a:fill>
          <a:solidFill>
            <a:schemeClr val="lt1"/>
          </a:solidFill>
        </a:fill>
      </a:tcStyle>
    </a:wholeTbl>
    <a:band1H>
      <a:tcStyle>
        <a:tcBdr/>
        <a:fill>
          <a:solidFill>
            <a:schemeClr val="dk1">
              <a:tint val="20000"/>
            </a:schemeClr>
          </a:solidFill>
        </a:fill>
      </a:tcStyle>
    </a:band1H>
    <a:band1V>
      <a:tcStyle>
        <a:tcBdr/>
        <a:fill>
          <a:solidFill>
            <a:schemeClr val="dk1">
              <a:tint val="20000"/>
            </a:schemeClr>
          </a:solidFill>
        </a:fill>
      </a:tcStyle>
    </a:band1V>
    <a:lastCol>
      <a:tcTxStyle b="on">
        <a:fontRef idx="minor">
          <a:scrgbClr r="0" g="0" b="0"/>
        </a:fontRef>
        <a:schemeClr val="lt1"/>
      </a:tcTxStyle>
      <a:tcStyle>
        <a:tcBdr/>
        <a:fill>
          <a:solidFill>
            <a:schemeClr val="accent6"/>
          </a:solidFill>
        </a:fill>
      </a:tcStyle>
    </a:lastCol>
    <a:firstCol>
      <a:tcTxStyle b="on">
        <a:fontRef idx="minor">
          <a:scrgbClr r="0" g="0" b="0"/>
        </a:fontRef>
        <a:schemeClr val="lt1"/>
      </a:tcTxStyle>
      <a:tcStyle>
        <a:tcBdr/>
        <a:fill>
          <a:solidFill>
            <a:schemeClr val="accent6"/>
          </a:solidFill>
        </a:fill>
      </a:tcStyle>
    </a:firstCol>
    <a:lastRow>
      <a:tcTxStyle b="on"/>
      <a:tcStyle>
        <a:tcBdr>
          <a:top>
            <a:ln w="50800" cmpd="dbl">
              <a:solidFill>
                <a:schemeClr val="dk1"/>
              </a:solidFill>
            </a:ln>
          </a:top>
        </a:tcBdr>
        <a:fill>
          <a:solidFill>
            <a:schemeClr val="lt1"/>
          </a:solidFill>
        </a:fill>
      </a:tcStyle>
    </a:lastRow>
    <a:seCell>
      <a:tcTxStyle b="on">
        <a:fontRef idx="minor">
          <a:scrgbClr r="0" g="0" b="0"/>
        </a:fontRef>
        <a:schemeClr val="dk1"/>
      </a:tcTxStyle>
      <a:tcStyle>
        <a:tcBdr/>
      </a:tcStyle>
    </a:seCell>
    <a:swCell>
      <a:tcTxStyle b="on">
        <a:fontRef idx="minor">
          <a:scrgbClr r="0" g="0" b="0"/>
        </a:fontRef>
        <a:schemeClr val="dk1"/>
      </a:tcTxStyle>
      <a:tcStyle>
        <a:tcBdr/>
      </a:tcStyle>
    </a:swCell>
    <a:firstRow>
      <a:tcTxStyle b="on">
        <a:fontRef idx="minor">
          <a:scrgbClr r="0" g="0" b="0"/>
        </a:fontRef>
        <a:schemeClr val="lt1"/>
      </a:tcTxStyle>
      <a:tcStyle>
        <a:tcBdr>
          <a:bottom>
            <a:ln w="25400" cmpd="sng">
              <a:solidFill>
                <a:schemeClr val="dk1"/>
              </a:solidFill>
            </a:ln>
          </a:bottom>
        </a:tcBdr>
        <a:fill>
          <a:solidFill>
            <a:schemeClr val="accent6"/>
          </a:solidFill>
        </a:fill>
      </a:tcStyle>
    </a:firstRow>
  </a:tblStyle>
  <a:tblStyle styleId="{74C1A8A3-306A-4EB7-A6B1-4F7E0EB9C5D6}" styleName="Mittlere Formatvorlage 3 - Akzent 5">
    <a:wholeTbl>
      <a:tcTxStyle>
        <a:fontRef idx="minor">
          <a:scrgbClr r="0" g="0" b="0"/>
        </a:fontRef>
        <a:schemeClr val="dk1"/>
      </a:tcTxStyle>
      <a:tcStyle>
        <a:tcBdr>
          <a:left>
            <a:ln>
              <a:noFill/>
            </a:ln>
          </a:left>
          <a:right>
            <a:ln>
              <a:noFill/>
            </a:ln>
          </a:right>
          <a:top>
            <a:ln w="25400" cmpd="sng">
              <a:solidFill>
                <a:schemeClr val="dk1"/>
              </a:solidFill>
            </a:ln>
          </a:top>
          <a:bottom>
            <a:ln w="25400" cmpd="sng">
              <a:solidFill>
                <a:schemeClr val="dk1"/>
              </a:solidFill>
            </a:ln>
          </a:bottom>
          <a:insideH>
            <a:ln>
              <a:noFill/>
            </a:ln>
          </a:insideH>
          <a:insideV>
            <a:ln>
              <a:noFill/>
            </a:ln>
          </a:insideV>
        </a:tcBdr>
        <a:fill>
          <a:solidFill>
            <a:schemeClr val="lt1"/>
          </a:solidFill>
        </a:fill>
      </a:tcStyle>
    </a:wholeTbl>
    <a:band1H>
      <a:tcStyle>
        <a:tcBdr/>
        <a:fill>
          <a:solidFill>
            <a:schemeClr val="dk1">
              <a:tint val="20000"/>
            </a:schemeClr>
          </a:solidFill>
        </a:fill>
      </a:tcStyle>
    </a:band1H>
    <a:band1V>
      <a:tcStyle>
        <a:tcBdr/>
        <a:fill>
          <a:solidFill>
            <a:schemeClr val="dk1">
              <a:tint val="20000"/>
            </a:schemeClr>
          </a:solidFill>
        </a:fill>
      </a:tcStyle>
    </a:band1V>
    <a:lastCol>
      <a:tcTxStyle b="on">
        <a:fontRef idx="minor">
          <a:scrgbClr r="0" g="0" b="0"/>
        </a:fontRef>
        <a:schemeClr val="lt1"/>
      </a:tcTxStyle>
      <a:tcStyle>
        <a:tcBdr/>
        <a:fill>
          <a:solidFill>
            <a:schemeClr val="accent5"/>
          </a:solidFill>
        </a:fill>
      </a:tcStyle>
    </a:lastCol>
    <a:firstCol>
      <a:tcTxStyle b="on">
        <a:fontRef idx="minor">
          <a:scrgbClr r="0" g="0" b="0"/>
        </a:fontRef>
        <a:schemeClr val="lt1"/>
      </a:tcTxStyle>
      <a:tcStyle>
        <a:tcBdr/>
        <a:fill>
          <a:solidFill>
            <a:schemeClr val="accent5"/>
          </a:solidFill>
        </a:fill>
      </a:tcStyle>
    </a:firstCol>
    <a:lastRow>
      <a:tcTxStyle b="on"/>
      <a:tcStyle>
        <a:tcBdr>
          <a:top>
            <a:ln w="50800" cmpd="dbl">
              <a:solidFill>
                <a:schemeClr val="dk1"/>
              </a:solidFill>
            </a:ln>
          </a:top>
        </a:tcBdr>
        <a:fill>
          <a:solidFill>
            <a:schemeClr val="lt1"/>
          </a:solidFill>
        </a:fill>
      </a:tcStyle>
    </a:lastRow>
    <a:seCell>
      <a:tcTxStyle b="on">
        <a:fontRef idx="minor">
          <a:scrgbClr r="0" g="0" b="0"/>
        </a:fontRef>
        <a:schemeClr val="dk1"/>
      </a:tcTxStyle>
      <a:tcStyle>
        <a:tcBdr/>
      </a:tcStyle>
    </a:seCell>
    <a:swCell>
      <a:tcTxStyle b="on">
        <a:fontRef idx="minor">
          <a:scrgbClr r="0" g="0" b="0"/>
        </a:fontRef>
        <a:schemeClr val="dk1"/>
      </a:tcTxStyle>
      <a:tcStyle>
        <a:tcBdr/>
      </a:tcStyle>
    </a:swCell>
    <a:firstRow>
      <a:tcTxStyle b="on">
        <a:fontRef idx="minor">
          <a:scrgbClr r="0" g="0" b="0"/>
        </a:fontRef>
        <a:schemeClr val="lt1"/>
      </a:tcTxStyle>
      <a:tcStyle>
        <a:tcBdr>
          <a:bottom>
            <a:ln w="25400" cmpd="sng">
              <a:solidFill>
                <a:schemeClr val="dk1"/>
              </a:solidFill>
            </a:ln>
          </a:bottom>
        </a:tcBdr>
        <a:fill>
          <a:solidFill>
            <a:schemeClr val="accent5"/>
          </a:solidFill>
        </a:fill>
      </a:tcStyle>
    </a:firstRow>
  </a:tblStyle>
  <a:tblStyle styleId="{EB9631B5-78F2-41C9-869B-9F39066F8104}" styleName="Mittlere Formatvorlage 3 - Akzent 4">
    <a:wholeTbl>
      <a:tcTxStyle>
        <a:fontRef idx="minor">
          <a:scrgbClr r="0" g="0" b="0"/>
        </a:fontRef>
        <a:schemeClr val="dk1"/>
      </a:tcTxStyle>
      <a:tcStyle>
        <a:tcBdr>
          <a:left>
            <a:ln>
              <a:noFill/>
            </a:ln>
          </a:left>
          <a:right>
            <a:ln>
              <a:noFill/>
            </a:ln>
          </a:right>
          <a:top>
            <a:ln w="25400" cmpd="sng">
              <a:solidFill>
                <a:schemeClr val="dk1"/>
              </a:solidFill>
            </a:ln>
          </a:top>
          <a:bottom>
            <a:ln w="25400" cmpd="sng">
              <a:solidFill>
                <a:schemeClr val="dk1"/>
              </a:solidFill>
            </a:ln>
          </a:bottom>
          <a:insideH>
            <a:ln>
              <a:noFill/>
            </a:ln>
          </a:insideH>
          <a:insideV>
            <a:ln>
              <a:noFill/>
            </a:ln>
          </a:insideV>
        </a:tcBdr>
        <a:fill>
          <a:solidFill>
            <a:schemeClr val="lt1"/>
          </a:solidFill>
        </a:fill>
      </a:tcStyle>
    </a:wholeTbl>
    <a:band1H>
      <a:tcStyle>
        <a:tcBdr/>
        <a:fill>
          <a:solidFill>
            <a:schemeClr val="dk1">
              <a:tint val="20000"/>
            </a:schemeClr>
          </a:solidFill>
        </a:fill>
      </a:tcStyle>
    </a:band1H>
    <a:band1V>
      <a:tcStyle>
        <a:tcBdr/>
        <a:fill>
          <a:solidFill>
            <a:schemeClr val="dk1">
              <a:tint val="20000"/>
            </a:schemeClr>
          </a:solidFill>
        </a:fill>
      </a:tcStyle>
    </a:band1V>
    <a:lastCol>
      <a:tcTxStyle b="on">
        <a:fontRef idx="minor">
          <a:scrgbClr r="0" g="0" b="0"/>
        </a:fontRef>
        <a:schemeClr val="lt1"/>
      </a:tcTxStyle>
      <a:tcStyle>
        <a:tcBdr/>
        <a:fill>
          <a:solidFill>
            <a:schemeClr val="accent4"/>
          </a:solidFill>
        </a:fill>
      </a:tcStyle>
    </a:lastCol>
    <a:firstCol>
      <a:tcTxStyle b="on">
        <a:fontRef idx="minor">
          <a:scrgbClr r="0" g="0" b="0"/>
        </a:fontRef>
        <a:schemeClr val="lt1"/>
      </a:tcTxStyle>
      <a:tcStyle>
        <a:tcBdr/>
        <a:fill>
          <a:solidFill>
            <a:schemeClr val="accent4"/>
          </a:solidFill>
        </a:fill>
      </a:tcStyle>
    </a:firstCol>
    <a:lastRow>
      <a:tcTxStyle b="on"/>
      <a:tcStyle>
        <a:tcBdr>
          <a:top>
            <a:ln w="50800" cmpd="dbl">
              <a:solidFill>
                <a:schemeClr val="dk1"/>
              </a:solidFill>
            </a:ln>
          </a:top>
        </a:tcBdr>
        <a:fill>
          <a:solidFill>
            <a:schemeClr val="lt1"/>
          </a:solidFill>
        </a:fill>
      </a:tcStyle>
    </a:lastRow>
    <a:seCell>
      <a:tcTxStyle b="on">
        <a:fontRef idx="minor">
          <a:scrgbClr r="0" g="0" b="0"/>
        </a:fontRef>
        <a:schemeClr val="dk1"/>
      </a:tcTxStyle>
      <a:tcStyle>
        <a:tcBdr/>
      </a:tcStyle>
    </a:seCell>
    <a:swCell>
      <a:tcTxStyle b="on">
        <a:fontRef idx="minor">
          <a:scrgbClr r="0" g="0" b="0"/>
        </a:fontRef>
        <a:schemeClr val="dk1"/>
      </a:tcTxStyle>
      <a:tcStyle>
        <a:tcBdr/>
      </a:tcStyle>
    </a:swCell>
    <a:firstRow>
      <a:tcTxStyle b="on">
        <a:fontRef idx="minor">
          <a:scrgbClr r="0" g="0" b="0"/>
        </a:fontRef>
        <a:schemeClr val="lt1"/>
      </a:tcTxStyle>
      <a:tcStyle>
        <a:tcBdr>
          <a:bottom>
            <a:ln w="25400" cmpd="sng">
              <a:solidFill>
                <a:schemeClr val="dk1"/>
              </a:solidFill>
            </a:ln>
          </a:bottom>
        </a:tcBdr>
        <a:fill>
          <a:solidFill>
            <a:schemeClr val="accent4"/>
          </a:solidFill>
        </a:fill>
      </a:tcStyle>
    </a:firstRow>
  </a:tblStyle>
  <a:tblStyle styleId="{ED083AE6-46FA-4A59-8FB0-9F97EB10719F}" styleName="Helle Formatvorlage 3 - Akzent 4">
    <a:wholeTbl>
      <a:tcTxStyle>
        <a:fontRef idx="minor">
          <a:scrgbClr r="0" g="0" b="0"/>
        </a:fontRef>
        <a:schemeClr val="tx1"/>
      </a:tcTxStyle>
      <a:tcStyle>
        <a:tcBdr>
          <a:left>
            <a:ln w="12700" cmpd="sng">
              <a:solidFill>
                <a:schemeClr val="accent4"/>
              </a:solidFill>
            </a:ln>
          </a:left>
          <a:right>
            <a:ln w="12700" cmpd="sng">
              <a:solidFill>
                <a:schemeClr val="accent4"/>
              </a:solidFill>
            </a:ln>
          </a:right>
          <a:top>
            <a:ln w="12700" cmpd="sng">
              <a:solidFill>
                <a:schemeClr val="accent4"/>
              </a:solidFill>
            </a:ln>
          </a:top>
          <a:bottom>
            <a:ln w="12700" cmpd="sng">
              <a:solidFill>
                <a:schemeClr val="accent4"/>
              </a:solidFill>
            </a:ln>
          </a:bottom>
          <a:insideH>
            <a:ln w="12700" cmpd="sng">
              <a:solidFill>
                <a:schemeClr val="accent4"/>
              </a:solidFill>
            </a:ln>
          </a:insideH>
          <a:insideV>
            <a:ln w="12700" cmpd="sng">
              <a:solidFill>
                <a:schemeClr val="accent4"/>
              </a:solidFill>
            </a:ln>
          </a:insideV>
        </a:tcBdr>
        <a:fill>
          <a:noFill/>
        </a:fill>
      </a:tcStyle>
    </a:wholeTbl>
    <a:band1H>
      <a:tcStyle>
        <a:tcBdr/>
        <a:fill>
          <a:solidFill>
            <a:schemeClr val="accent4">
              <a:alpha val="20000"/>
            </a:schemeClr>
          </a:solidFill>
        </a:fill>
      </a:tcStyle>
    </a:band1H>
    <a:band1V>
      <a:tcStyle>
        <a:tcBdr/>
        <a:fill>
          <a:solidFill>
            <a:schemeClr val="accent4">
              <a:alpha val="20000"/>
            </a:schemeClr>
          </a:solidFill>
        </a:fill>
      </a:tcStyle>
    </a:band1V>
    <a:lastCol>
      <a:tcTxStyle b="on"/>
      <a:tcStyle>
        <a:tcBdr/>
      </a:tcStyle>
    </a:lastCol>
    <a:firstCol>
      <a:tcTxStyle b="on"/>
      <a:tcStyle>
        <a:tcBdr/>
      </a:tcStyle>
    </a:firstCol>
    <a:lastRow>
      <a:tcTxStyle b="on"/>
      <a:tcStyle>
        <a:tcBdr>
          <a:top>
            <a:ln w="50800" cmpd="dbl">
              <a:solidFill>
                <a:schemeClr val="accent4"/>
              </a:solidFill>
            </a:ln>
          </a:top>
        </a:tcBdr>
        <a:fill>
          <a:noFill/>
        </a:fill>
      </a:tcStyle>
    </a:lastRow>
    <a:firstRow>
      <a:tcTxStyle b="on"/>
      <a:tcStyle>
        <a:tcBdr>
          <a:bottom>
            <a:ln w="25400" cmpd="sng">
              <a:solidFill>
                <a:schemeClr val="accent4"/>
              </a:solidFill>
            </a:ln>
          </a:bottom>
        </a:tcBdr>
        <a:fill>
          <a:noFill/>
        </a:fill>
      </a:tcStyle>
    </a:firstRow>
  </a:tblStyle>
  <a:tblStyle styleId="{8799B23B-EC83-4686-B30A-512413B5E67A}" styleName="Helle Formatvorlage 3 - Akzent 3">
    <a:wholeTbl>
      <a:tcTxStyle>
        <a:fontRef idx="minor">
          <a:scrgbClr r="0" g="0" b="0"/>
        </a:fontRef>
        <a:schemeClr val="tx1"/>
      </a:tcTxStyle>
      <a:tcStyle>
        <a:tcBdr>
          <a:left>
            <a:ln w="12700" cmpd="sng">
              <a:solidFill>
                <a:schemeClr val="accent3"/>
              </a:solidFill>
            </a:ln>
          </a:left>
          <a:right>
            <a:ln w="12700" cmpd="sng">
              <a:solidFill>
                <a:schemeClr val="accent3"/>
              </a:solidFill>
            </a:ln>
          </a:right>
          <a:top>
            <a:ln w="12700" cmpd="sng">
              <a:solidFill>
                <a:schemeClr val="accent3"/>
              </a:solidFill>
            </a:ln>
          </a:top>
          <a:bottom>
            <a:ln w="12700" cmpd="sng">
              <a:solidFill>
                <a:schemeClr val="accent3"/>
              </a:solidFill>
            </a:ln>
          </a:bottom>
          <a:insideH>
            <a:ln w="12700" cmpd="sng">
              <a:solidFill>
                <a:schemeClr val="accent3"/>
              </a:solidFill>
            </a:ln>
          </a:insideH>
          <a:insideV>
            <a:ln w="12700" cmpd="sng">
              <a:solidFill>
                <a:schemeClr val="accent3"/>
              </a:solidFill>
            </a:ln>
          </a:insideV>
        </a:tcBdr>
        <a:fill>
          <a:noFill/>
        </a:fill>
      </a:tcStyle>
    </a:wholeTbl>
    <a:band1H>
      <a:tcStyle>
        <a:tcBdr/>
        <a:fill>
          <a:solidFill>
            <a:schemeClr val="accent3">
              <a:alpha val="20000"/>
            </a:schemeClr>
          </a:solidFill>
        </a:fill>
      </a:tcStyle>
    </a:band1H>
    <a:band1V>
      <a:tcStyle>
        <a:tcBdr/>
        <a:fill>
          <a:solidFill>
            <a:schemeClr val="accent3">
              <a:alpha val="20000"/>
            </a:schemeClr>
          </a:solidFill>
        </a:fill>
      </a:tcStyle>
    </a:band1V>
    <a:lastCol>
      <a:tcTxStyle b="on"/>
      <a:tcStyle>
        <a:tcBdr/>
      </a:tcStyle>
    </a:lastCol>
    <a:firstCol>
      <a:tcTxStyle b="on"/>
      <a:tcStyle>
        <a:tcBdr/>
      </a:tcStyle>
    </a:firstCol>
    <a:lastRow>
      <a:tcTxStyle b="on"/>
      <a:tcStyle>
        <a:tcBdr>
          <a:top>
            <a:ln w="50800" cmpd="dbl">
              <a:solidFill>
                <a:schemeClr val="accent3"/>
              </a:solidFill>
            </a:ln>
          </a:top>
        </a:tcBdr>
        <a:fill>
          <a:noFill/>
        </a:fill>
      </a:tcStyle>
    </a:lastRow>
    <a:firstRow>
      <a:tcTxStyle b="on"/>
      <a:tcStyle>
        <a:tcBdr>
          <a:bottom>
            <a:ln w="25400" cmpd="sng">
              <a:solidFill>
                <a:schemeClr val="accent3"/>
              </a:solidFill>
            </a:ln>
          </a:bottom>
        </a:tcBdr>
        <a:fill>
          <a:noFill/>
        </a:fill>
      </a:tcStyle>
    </a:firstRow>
  </a:tblStyle>
  <a:tblStyle styleId="{5DA37D80-6434-44D0-A028-1B22A696006F}" styleName="Helle Formatvorlage 3 - Akzent 2">
    <a:wholeTbl>
      <a:tcTxStyle>
        <a:fontRef idx="minor">
          <a:scrgbClr r="0" g="0" b="0"/>
        </a:fontRef>
        <a:schemeClr val="tx1"/>
      </a:tcTxStyle>
      <a:tcStyle>
        <a:tcBdr>
          <a:left>
            <a:ln w="12700" cmpd="sng">
              <a:solidFill>
                <a:schemeClr val="accent2"/>
              </a:solidFill>
            </a:ln>
          </a:left>
          <a:right>
            <a:ln w="12700" cmpd="sng">
              <a:solidFill>
                <a:schemeClr val="accent2"/>
              </a:solidFill>
            </a:ln>
          </a:right>
          <a:top>
            <a:ln w="12700" cmpd="sng">
              <a:solidFill>
                <a:schemeClr val="accent2"/>
              </a:solidFill>
            </a:ln>
          </a:top>
          <a:bottom>
            <a:ln w="12700" cmpd="sng">
              <a:solidFill>
                <a:schemeClr val="accent2"/>
              </a:solidFill>
            </a:ln>
          </a:bottom>
          <a:insideH>
            <a:ln w="12700" cmpd="sng">
              <a:solidFill>
                <a:schemeClr val="accent2"/>
              </a:solidFill>
            </a:ln>
          </a:insideH>
          <a:insideV>
            <a:ln w="12700" cmpd="sng">
              <a:solidFill>
                <a:schemeClr val="accent2"/>
              </a:solidFill>
            </a:ln>
          </a:insideV>
        </a:tcBdr>
        <a:fill>
          <a:noFill/>
        </a:fill>
      </a:tcStyle>
    </a:wholeTbl>
    <a:band1H>
      <a:tcStyle>
        <a:tcBdr/>
        <a:fill>
          <a:solidFill>
            <a:schemeClr val="accent2">
              <a:alpha val="20000"/>
            </a:schemeClr>
          </a:solidFill>
        </a:fill>
      </a:tcStyle>
    </a:band1H>
    <a:band1V>
      <a:tcStyle>
        <a:tcBdr/>
        <a:fill>
          <a:solidFill>
            <a:schemeClr val="accent2">
              <a:alpha val="20000"/>
            </a:schemeClr>
          </a:solidFill>
        </a:fill>
      </a:tcStyle>
    </a:band1V>
    <a:lastCol>
      <a:tcTxStyle b="on"/>
      <a:tcStyle>
        <a:tcBdr/>
      </a:tcStyle>
    </a:lastCol>
    <a:firstCol>
      <a:tcTxStyle b="on"/>
      <a:tcStyle>
        <a:tcBdr/>
      </a:tcStyle>
    </a:firstCol>
    <a:lastRow>
      <a:tcTxStyle b="on"/>
      <a:tcStyle>
        <a:tcBdr>
          <a:top>
            <a:ln w="50800" cmpd="dbl">
              <a:solidFill>
                <a:schemeClr val="accent2"/>
              </a:solidFill>
            </a:ln>
          </a:top>
        </a:tcBdr>
        <a:fill>
          <a:noFill/>
        </a:fill>
      </a:tcStyle>
    </a:lastRow>
    <a:firstRow>
      <a:tcTxStyle b="on"/>
      <a:tcStyle>
        <a:tcBdr>
          <a:bottom>
            <a:ln w="25400" cmpd="sng">
              <a:solidFill>
                <a:schemeClr val="accent2"/>
              </a:solidFill>
            </a:ln>
          </a:bottom>
        </a:tcBdr>
        <a:fill>
          <a:noFill/>
        </a:fill>
      </a:tcStyle>
    </a:firstRow>
  </a:tblStyle>
  <a:tblStyle styleId="{BC89EF96-8CEA-46FF-86C4-4CE0E7609802}" styleName="Helle Formatvorlage 3 - Akzent 1">
    <a:wholeTbl>
      <a:tcTxStyle>
        <a:fontRef idx="minor">
          <a:scrgbClr r="0" g="0" b="0"/>
        </a:fontRef>
        <a:schemeClr val="tx1"/>
      </a:tcTxStyle>
      <a:tcStyle>
        <a:tcBdr>
          <a:left>
            <a:ln w="12700" cmpd="sng">
              <a:solidFill>
                <a:schemeClr val="accent1"/>
              </a:solidFill>
            </a:ln>
          </a:left>
          <a:right>
            <a:ln w="12700" cmpd="sng">
              <a:solidFill>
                <a:schemeClr val="accent1"/>
              </a:solidFill>
            </a:ln>
          </a:right>
          <a:top>
            <a:ln w="12700" cmpd="sng">
              <a:solidFill>
                <a:schemeClr val="accent1"/>
              </a:solidFill>
            </a:ln>
          </a:top>
          <a:bottom>
            <a:ln w="12700" cmpd="sng">
              <a:solidFill>
                <a:schemeClr val="accent1"/>
              </a:solidFill>
            </a:ln>
          </a:bottom>
          <a:insideH>
            <a:ln w="12700" cmpd="sng">
              <a:solidFill>
                <a:schemeClr val="accent1"/>
              </a:solidFill>
            </a:ln>
          </a:insideH>
          <a:insideV>
            <a:ln w="12700" cmpd="sng">
              <a:solidFill>
                <a:schemeClr val="accent1"/>
              </a:solidFill>
            </a:ln>
          </a:insideV>
        </a:tcBdr>
        <a:fill>
          <a:noFill/>
        </a:fill>
      </a:tcStyle>
    </a:wholeTbl>
    <a:band1H>
      <a:tcStyle>
        <a:tcBdr/>
        <a:fill>
          <a:solidFill>
            <a:schemeClr val="accent1">
              <a:alpha val="20000"/>
            </a:schemeClr>
          </a:solidFill>
        </a:fill>
      </a:tcStyle>
    </a:band1H>
    <a:band1V>
      <a:tcStyle>
        <a:tcBdr/>
        <a:fill>
          <a:solidFill>
            <a:schemeClr val="accent1">
              <a:alpha val="20000"/>
            </a:schemeClr>
          </a:solidFill>
        </a:fill>
      </a:tcStyle>
    </a:band1V>
    <a:lastCol>
      <a:tcTxStyle b="on"/>
      <a:tcStyle>
        <a:tcBdr/>
      </a:tcStyle>
    </a:lastCol>
    <a:firstCol>
      <a:tcTxStyle b="on"/>
      <a:tcStyle>
        <a:tcBdr/>
      </a:tcStyle>
    </a:firstCol>
    <a:lastRow>
      <a:tcTxStyle b="on"/>
      <a:tcStyle>
        <a:tcBdr>
          <a:top>
            <a:ln w="50800" cmpd="dbl">
              <a:solidFill>
                <a:schemeClr val="accent1"/>
              </a:solidFill>
            </a:ln>
          </a:top>
        </a:tcBdr>
        <a:fill>
          <a:noFill/>
        </a:fill>
      </a:tcStyle>
    </a:lastRow>
    <a:firstRow>
      <a:tcTxStyle b="on"/>
      <a:tcStyle>
        <a:tcBdr>
          <a:bottom>
            <a:ln w="25400" cmpd="sng">
              <a:solidFill>
                <a:schemeClr val="accent1"/>
              </a:solidFill>
            </a:ln>
          </a:bottom>
        </a:tcBdr>
        <a:fill>
          <a:noFill/>
        </a:fill>
      </a:tcStyle>
    </a:firstRow>
  </a:tblStyle>
  <a:tblStyle styleId="{616DA210-FB5B-4158-B5E0-FEB733F419BA}" styleName="Helle Formatvorlage 3">
    <a:wholeTbl>
      <a:tcTxStyle>
        <a:fontRef idx="minor">
          <a:scrgbClr r="0" g="0" b="0"/>
        </a:fontRef>
        <a:schemeClr val="tx1"/>
      </a:tcTxStyle>
      <a:tcStyle>
        <a:tcBdr>
          <a:left>
            <a:ln w="12700" cmpd="sng">
              <a:solidFill>
                <a:schemeClr val="tx1"/>
              </a:solidFill>
            </a:ln>
          </a:left>
          <a:right>
            <a:ln w="12700" cmpd="sng">
              <a:solidFill>
                <a:schemeClr val="tx1"/>
              </a:solidFill>
            </a:ln>
          </a:right>
          <a:top>
            <a:ln w="12700" cmpd="sng">
              <a:solidFill>
                <a:schemeClr val="tx1"/>
              </a:solidFill>
            </a:ln>
          </a:top>
          <a:bottom>
            <a:ln w="12700" cmpd="sng">
              <a:solidFill>
                <a:schemeClr val="tx1"/>
              </a:solidFill>
            </a:ln>
          </a:bottom>
          <a:insideH>
            <a:ln w="12700" cmpd="sng">
              <a:solidFill>
                <a:schemeClr val="tx1"/>
              </a:solidFill>
            </a:ln>
          </a:insideH>
          <a:insideV>
            <a:ln w="12700" cmpd="sng">
              <a:solidFill>
                <a:schemeClr val="tx1"/>
              </a:solidFill>
            </a:ln>
          </a:insideV>
        </a:tcBdr>
        <a:fill>
          <a:noFill/>
        </a:fill>
      </a:tcStyle>
    </a:wholeTbl>
    <a:band1H>
      <a:tcStyle>
        <a:tcBdr/>
        <a:fill>
          <a:solidFill>
            <a:schemeClr val="tx1">
              <a:alpha val="20000"/>
            </a:schemeClr>
          </a:solidFill>
        </a:fill>
      </a:tcStyle>
    </a:band1H>
    <a:band1V>
      <a:tcStyle>
        <a:tcBdr/>
        <a:fill>
          <a:solidFill>
            <a:schemeClr val="tx1">
              <a:alpha val="20000"/>
            </a:schemeClr>
          </a:solidFill>
        </a:fill>
      </a:tcStyle>
    </a:band1V>
    <a:lastCol>
      <a:tcTxStyle b="on"/>
      <a:tcStyle>
        <a:tcBdr/>
      </a:tcStyle>
    </a:lastCol>
    <a:firstCol>
      <a:tcTxStyle b="on"/>
      <a:tcStyle>
        <a:tcBdr/>
      </a:tcStyle>
    </a:firstCol>
    <a:lastRow>
      <a:tcTxStyle b="on"/>
      <a:tcStyle>
        <a:tcBdr>
          <a:top>
            <a:ln w="50800" cmpd="dbl">
              <a:solidFill>
                <a:schemeClr val="tx1"/>
              </a:solidFill>
            </a:ln>
          </a:top>
        </a:tcBdr>
        <a:fill>
          <a:noFill/>
        </a:fill>
      </a:tcStyle>
    </a:lastRow>
    <a:firstRow>
      <a:tcTxStyle b="on"/>
      <a:tcStyle>
        <a:tcBdr>
          <a:bottom>
            <a:ln w="25400" cmpd="sng">
              <a:solidFill>
                <a:schemeClr val="tx1"/>
              </a:solidFill>
            </a:ln>
          </a:bottom>
        </a:tcBdr>
        <a:fill>
          <a:noFill/>
        </a:fill>
      </a:tcStyle>
    </a:firstRow>
  </a:tblStyle>
  <a:tblStyle styleId="{E8B1032C-EA38-4F05-BA0D-38AFFFC7BED3}" styleName="Helle Formatvorlage 3 - Akzent 6">
    <a:wholeTbl>
      <a:tcTxStyle>
        <a:fontRef idx="minor">
          <a:scrgbClr r="0" g="0" b="0"/>
        </a:fontRef>
        <a:schemeClr val="tx1"/>
      </a:tcTxStyle>
      <a:tcStyle>
        <a:tcBdr>
          <a:left>
            <a:ln w="12700" cmpd="sng">
              <a:solidFill>
                <a:schemeClr val="accent6"/>
              </a:solidFill>
            </a:ln>
          </a:left>
          <a:right>
            <a:ln w="12700" cmpd="sng">
              <a:solidFill>
                <a:schemeClr val="accent6"/>
              </a:solidFill>
            </a:ln>
          </a:right>
          <a:top>
            <a:ln w="12700" cmpd="sng">
              <a:solidFill>
                <a:schemeClr val="accent6"/>
              </a:solidFill>
            </a:ln>
          </a:top>
          <a:bottom>
            <a:ln w="12700" cmpd="sng">
              <a:solidFill>
                <a:schemeClr val="accent6"/>
              </a:solidFill>
            </a:ln>
          </a:bottom>
          <a:insideH>
            <a:ln w="12700" cmpd="sng">
              <a:solidFill>
                <a:schemeClr val="accent6"/>
              </a:solidFill>
            </a:ln>
          </a:insideH>
          <a:insideV>
            <a:ln w="12700" cmpd="sng">
              <a:solidFill>
                <a:schemeClr val="accent6"/>
              </a:solidFill>
            </a:ln>
          </a:insideV>
        </a:tcBdr>
        <a:fill>
          <a:noFill/>
        </a:fill>
      </a:tcStyle>
    </a:wholeTbl>
    <a:band1H>
      <a:tcStyle>
        <a:tcBdr/>
        <a:fill>
          <a:solidFill>
            <a:schemeClr val="accent6">
              <a:alpha val="20000"/>
            </a:schemeClr>
          </a:solidFill>
        </a:fill>
      </a:tcStyle>
    </a:band1H>
    <a:band1V>
      <a:tcStyle>
        <a:tcBdr/>
        <a:fill>
          <a:solidFill>
            <a:schemeClr val="accent6">
              <a:alpha val="20000"/>
            </a:schemeClr>
          </a:solidFill>
        </a:fill>
      </a:tcStyle>
    </a:band1V>
    <a:lastCol>
      <a:tcTxStyle b="on"/>
      <a:tcStyle>
        <a:tcBdr/>
      </a:tcStyle>
    </a:lastCol>
    <a:firstCol>
      <a:tcTxStyle b="on"/>
      <a:tcStyle>
        <a:tcBdr/>
      </a:tcStyle>
    </a:firstCol>
    <a:lastRow>
      <a:tcTxStyle b="on"/>
      <a:tcStyle>
        <a:tcBdr>
          <a:top>
            <a:ln w="50800" cmpd="dbl">
              <a:solidFill>
                <a:schemeClr val="accent6"/>
              </a:solidFill>
            </a:ln>
          </a:top>
        </a:tcBdr>
        <a:fill>
          <a:noFill/>
        </a:fill>
      </a:tcStyle>
    </a:lastRow>
    <a:firstRow>
      <a:tcTxStyle b="on"/>
      <a:tcStyle>
        <a:tcBdr>
          <a:bottom>
            <a:ln w="25400" cmpd="sng">
              <a:solidFill>
                <a:schemeClr val="accent6"/>
              </a:solidFill>
            </a:ln>
          </a:bottom>
        </a:tcBdr>
        <a:fill>
          <a:noFill/>
        </a:fill>
      </a:tcStyle>
    </a:firstRow>
  </a:tblStyle>
  <a:tblStyle styleId="{3C2FFA5D-87B4-456A-9821-1D502468CF0F}" styleName="Designformatvorlage 1 - Akzent 1">
    <a:tblBg>
      <a:fillRef idx="2">
        <a:schemeClr val="accent1"/>
      </a:fillRef>
      <a:effectRef idx="1">
        <a:schemeClr val="accent1"/>
      </a:effectRef>
    </a:tblBg>
    <a:wholeTbl>
      <a:tcTxStyle>
        <a:fontRef idx="minor">
          <a:scrgbClr r="0" g="0" b="0"/>
        </a:fontRef>
        <a:schemeClr val="dk1"/>
      </a:tcTxStyle>
      <a:tcStyle>
        <a:tcBdr>
          <a:left>
            <a:lnRef idx="1">
              <a:schemeClr val="accent1"/>
            </a:lnRef>
          </a:left>
          <a:right>
            <a:lnRef idx="1">
              <a:schemeClr val="accent1"/>
            </a:lnRef>
          </a:right>
          <a:top>
            <a:lnRef idx="1">
              <a:schemeClr val="accent1"/>
            </a:lnRef>
          </a:top>
          <a:bottom>
            <a:lnRef idx="1">
              <a:schemeClr val="accent1"/>
            </a:lnRef>
          </a:bottom>
          <a:insideH>
            <a:lnRef idx="1">
              <a:schemeClr val="accent1"/>
            </a:lnRef>
          </a:insideH>
          <a:insideV>
            <a:lnRef idx="1">
              <a:schemeClr val="accent1"/>
            </a:lnRef>
          </a:insideV>
        </a:tcBdr>
        <a:fill>
          <a:noFill/>
        </a:fill>
      </a:tcStyle>
    </a:wholeTbl>
    <a:band1H>
      <a:tcStyle>
        <a:tcBdr/>
        <a:fill>
          <a:solidFill>
            <a:schemeClr val="accent1">
              <a:alpha val="40000"/>
            </a:schemeClr>
          </a:solidFill>
        </a:fill>
      </a:tcStyle>
    </a:band1H>
    <a:band2H>
      <a:tcStyle>
        <a:tcBdr/>
      </a:tcStyle>
    </a:band2H>
    <a:band1V>
      <a:tcStyle>
        <a:tcBdr>
          <a:top>
            <a:lnRef idx="1">
              <a:schemeClr val="accent1"/>
            </a:lnRef>
          </a:top>
          <a:bottom>
            <a:lnRef idx="1">
              <a:schemeClr val="accent1"/>
            </a:lnRef>
          </a:bottom>
        </a:tcBdr>
        <a:fill>
          <a:solidFill>
            <a:schemeClr val="accent1">
              <a:alpha val="40000"/>
            </a:schemeClr>
          </a:solidFill>
        </a:fill>
      </a:tcStyle>
    </a:band1V>
    <a:band2V>
      <a:tcStyle>
        <a:tcBdr/>
      </a:tcStyle>
    </a:band2V>
    <a:lastCol>
      <a:tcTxStyle b="on"/>
      <a:tcStyle>
        <a:tcBdr>
          <a:left>
            <a:lnRef idx="2">
              <a:schemeClr val="accent1"/>
            </a:lnRef>
          </a:left>
          <a:right>
            <a:lnRef idx="1">
              <a:schemeClr val="accent1"/>
            </a:lnRef>
          </a:right>
          <a:top>
            <a:lnRef idx="1">
              <a:schemeClr val="accent1"/>
            </a:lnRef>
          </a:top>
          <a:bottom>
            <a:lnRef idx="1">
              <a:schemeClr val="accent1"/>
            </a:lnRef>
          </a:bottom>
          <a:insideH>
            <a:lnRef idx="1">
              <a:schemeClr val="accent1"/>
            </a:lnRef>
          </a:insideH>
          <a:insideV>
            <a:ln>
              <a:noFill/>
            </a:ln>
          </a:insideV>
        </a:tcBdr>
      </a:tcStyle>
    </a:lastCol>
    <a:firstCol>
      <a:tcTxStyle b="on"/>
      <a:tcStyle>
        <a:tcBdr>
          <a:left>
            <a:lnRef idx="1">
              <a:schemeClr val="accent1"/>
            </a:lnRef>
          </a:left>
          <a:right>
            <a:lnRef idx="2">
              <a:schemeClr val="accent1"/>
            </a:lnRef>
          </a:right>
          <a:top>
            <a:lnRef idx="1">
              <a:schemeClr val="accent1"/>
            </a:lnRef>
          </a:top>
          <a:bottom>
            <a:lnRef idx="1">
              <a:schemeClr val="accent1"/>
            </a:lnRef>
          </a:bottom>
          <a:insideH>
            <a:lnRef idx="1">
              <a:schemeClr val="accent1"/>
            </a:lnRef>
          </a:insideH>
          <a:insideV>
            <a:ln>
              <a:noFill/>
            </a:ln>
          </a:insideV>
        </a:tcBdr>
      </a:tcStyle>
    </a:firstCol>
    <a:lastRow>
      <a:tcTxStyle b="on"/>
      <a:tcStyle>
        <a:tcBdr>
          <a:left>
            <a:lnRef idx="1">
              <a:schemeClr val="accent1"/>
            </a:lnRef>
          </a:left>
          <a:right>
            <a:lnRef idx="1">
              <a:schemeClr val="accent1"/>
            </a:lnRef>
          </a:right>
          <a:top>
            <a:lnRef idx="2">
              <a:schemeClr val="accent1"/>
            </a:lnRef>
          </a:top>
          <a:bottom>
            <a:lnRef idx="2">
              <a:schemeClr val="accent1"/>
            </a:lnRef>
          </a:bottom>
          <a:insideH>
            <a:ln>
              <a:noFill/>
            </a:ln>
          </a:insideH>
          <a:insideV>
            <a:ln>
              <a:noFill/>
            </a:ln>
          </a:insideV>
        </a:tcBdr>
        <a:fill>
          <a:noFill/>
        </a:fill>
      </a:tcStyle>
    </a:lastRow>
    <a:firstRow>
      <a:tcTxStyle b="on">
        <a:fontRef idx="minor">
          <a:scrgbClr r="0" g="0" b="0"/>
        </a:fontRef>
        <a:schemeClr val="lt1"/>
      </a:tcTxStyle>
      <a:tcStyle>
        <a:tcBdr>
          <a:left>
            <a:lnRef idx="1">
              <a:schemeClr val="accent1"/>
            </a:lnRef>
          </a:left>
          <a:right>
            <a:lnRef idx="1">
              <a:schemeClr val="accent1"/>
            </a:lnRef>
          </a:right>
          <a:top>
            <a:lnRef idx="1">
              <a:schemeClr val="accent1"/>
            </a:lnRef>
          </a:top>
          <a:bottom>
            <a:lnRef idx="2">
              <a:schemeClr val="lt1"/>
            </a:lnRef>
          </a:bottom>
          <a:insideH>
            <a:ln>
              <a:noFill/>
            </a:ln>
          </a:insideH>
          <a:insideV>
            <a:ln>
              <a:noFill/>
            </a:ln>
          </a:insideV>
        </a:tcBdr>
        <a:fill>
          <a:solidFill>
            <a:schemeClr val="accent1"/>
          </a:solidFill>
        </a:fill>
      </a:tcStyle>
    </a:firstRow>
  </a:tblStyle>
  <a:tblStyle styleId="{284E427A-3D55-4303-BF80-6455036E1DE7}" styleName="Designformatvorlage 1 - Akzent 2">
    <a:tblBg>
      <a:fillRef idx="2">
        <a:schemeClr val="accent2"/>
      </a:fillRef>
      <a:effectRef idx="1">
        <a:schemeClr val="accent2"/>
      </a:effectRef>
    </a:tblBg>
    <a:wholeTbl>
      <a:tcTxStyle>
        <a:fontRef idx="minor">
          <a:scrgbClr r="0" g="0" b="0"/>
        </a:fontRef>
        <a:schemeClr val="dk1"/>
      </a:tcTxStyle>
      <a:tcStyle>
        <a:tcBdr>
          <a:left>
            <a:lnRef idx="1">
              <a:schemeClr val="accent2"/>
            </a:lnRef>
          </a:left>
          <a:right>
            <a:lnRef idx="1">
              <a:schemeClr val="accent2"/>
            </a:lnRef>
          </a:right>
          <a:top>
            <a:lnRef idx="1">
              <a:schemeClr val="accent2"/>
            </a:lnRef>
          </a:top>
          <a:bottom>
            <a:lnRef idx="1">
              <a:schemeClr val="accent2"/>
            </a:lnRef>
          </a:bottom>
          <a:insideH>
            <a:lnRef idx="1">
              <a:schemeClr val="accent2"/>
            </a:lnRef>
          </a:insideH>
          <a:insideV>
            <a:lnRef idx="1">
              <a:schemeClr val="accent2"/>
            </a:lnRef>
          </a:insideV>
        </a:tcBdr>
        <a:fill>
          <a:noFill/>
        </a:fill>
      </a:tcStyle>
    </a:wholeTbl>
    <a:band1H>
      <a:tcStyle>
        <a:tcBdr/>
        <a:fill>
          <a:solidFill>
            <a:schemeClr val="accent2">
              <a:alpha val="40000"/>
            </a:schemeClr>
          </a:solidFill>
        </a:fill>
      </a:tcStyle>
    </a:band1H>
    <a:band2H>
      <a:tcStyle>
        <a:tcBdr/>
      </a:tcStyle>
    </a:band2H>
    <a:band1V>
      <a:tcStyle>
        <a:tcBdr>
          <a:top>
            <a:lnRef idx="1">
              <a:schemeClr val="accent2"/>
            </a:lnRef>
          </a:top>
          <a:bottom>
            <a:lnRef idx="1">
              <a:schemeClr val="accent2"/>
            </a:lnRef>
          </a:bottom>
        </a:tcBdr>
        <a:fill>
          <a:solidFill>
            <a:schemeClr val="accent2">
              <a:alpha val="40000"/>
            </a:schemeClr>
          </a:solidFill>
        </a:fill>
      </a:tcStyle>
    </a:band1V>
    <a:band2V>
      <a:tcStyle>
        <a:tcBdr/>
      </a:tcStyle>
    </a:band2V>
    <a:lastCol>
      <a:tcTxStyle b="on"/>
      <a:tcStyle>
        <a:tcBdr>
          <a:left>
            <a:lnRef idx="2">
              <a:schemeClr val="accent2"/>
            </a:lnRef>
          </a:left>
          <a:right>
            <a:lnRef idx="1">
              <a:schemeClr val="accent2"/>
            </a:lnRef>
          </a:right>
          <a:top>
            <a:lnRef idx="1">
              <a:schemeClr val="accent2"/>
            </a:lnRef>
          </a:top>
          <a:bottom>
            <a:lnRef idx="1">
              <a:schemeClr val="accent2"/>
            </a:lnRef>
          </a:bottom>
          <a:insideH>
            <a:lnRef idx="1">
              <a:schemeClr val="accent2"/>
            </a:lnRef>
          </a:insideH>
          <a:insideV>
            <a:ln>
              <a:noFill/>
            </a:ln>
          </a:insideV>
        </a:tcBdr>
      </a:tcStyle>
    </a:lastCol>
    <a:firstCol>
      <a:tcTxStyle b="on"/>
      <a:tcStyle>
        <a:tcBdr>
          <a:left>
            <a:lnRef idx="1">
              <a:schemeClr val="accent2"/>
            </a:lnRef>
          </a:left>
          <a:right>
            <a:lnRef idx="2">
              <a:schemeClr val="accent2"/>
            </a:lnRef>
          </a:right>
          <a:top>
            <a:lnRef idx="1">
              <a:schemeClr val="accent2"/>
            </a:lnRef>
          </a:top>
          <a:bottom>
            <a:lnRef idx="1">
              <a:schemeClr val="accent2"/>
            </a:lnRef>
          </a:bottom>
          <a:insideH>
            <a:lnRef idx="1">
              <a:schemeClr val="accent2"/>
            </a:lnRef>
          </a:insideH>
          <a:insideV>
            <a:ln>
              <a:noFill/>
            </a:ln>
          </a:insideV>
        </a:tcBdr>
      </a:tcStyle>
    </a:firstCol>
    <a:lastRow>
      <a:tcTxStyle b="on"/>
      <a:tcStyle>
        <a:tcBdr>
          <a:left>
            <a:lnRef idx="1">
              <a:schemeClr val="accent2"/>
            </a:lnRef>
          </a:left>
          <a:right>
            <a:lnRef idx="1">
              <a:schemeClr val="accent2"/>
            </a:lnRef>
          </a:right>
          <a:top>
            <a:lnRef idx="2">
              <a:schemeClr val="accent2"/>
            </a:lnRef>
          </a:top>
          <a:bottom>
            <a:lnRef idx="2">
              <a:schemeClr val="accent2"/>
            </a:lnRef>
          </a:bottom>
          <a:insideH>
            <a:ln>
              <a:noFill/>
            </a:ln>
          </a:insideH>
          <a:insideV>
            <a:ln>
              <a:noFill/>
            </a:ln>
          </a:insideV>
        </a:tcBdr>
        <a:fill>
          <a:noFill/>
        </a:fill>
      </a:tcStyle>
    </a:lastRow>
    <a:firstRow>
      <a:tcTxStyle b="on">
        <a:fontRef idx="minor">
          <a:scrgbClr r="0" g="0" b="0"/>
        </a:fontRef>
        <a:schemeClr val="lt1"/>
      </a:tcTxStyle>
      <a:tcStyle>
        <a:tcBdr>
          <a:left>
            <a:lnRef idx="1">
              <a:schemeClr val="accent2"/>
            </a:lnRef>
          </a:left>
          <a:right>
            <a:lnRef idx="1">
              <a:schemeClr val="accent2"/>
            </a:lnRef>
          </a:right>
          <a:top>
            <a:lnRef idx="1">
              <a:schemeClr val="accent2"/>
            </a:lnRef>
          </a:top>
          <a:bottom>
            <a:lnRef idx="2">
              <a:schemeClr val="lt1"/>
            </a:lnRef>
          </a:bottom>
          <a:insideH>
            <a:ln>
              <a:noFill/>
            </a:ln>
          </a:insideH>
          <a:insideV>
            <a:ln>
              <a:noFill/>
            </a:ln>
          </a:insideV>
        </a:tcBdr>
        <a:fill>
          <a:solidFill>
            <a:schemeClr val="accent2"/>
          </a:solidFill>
        </a:fill>
      </a:tcStyle>
    </a:firstRow>
  </a:tblStyle>
  <a:tblStyle styleId="{69C7853C-536D-4A76-A0AE-DD22124D55A5}" styleName="Designformatvorlage 1 - Akzent 3">
    <a:tblBg>
      <a:fillRef idx="2">
        <a:schemeClr val="accent3"/>
      </a:fillRef>
      <a:effectRef idx="1">
        <a:schemeClr val="accent3"/>
      </a:effectRef>
    </a:tblBg>
    <a:wholeTbl>
      <a:tcTxStyle>
        <a:fontRef idx="minor">
          <a:scrgbClr r="0" g="0" b="0"/>
        </a:fontRef>
        <a:schemeClr val="dk1"/>
      </a:tcTxStyle>
      <a:tcStyle>
        <a:tcBdr>
          <a:left>
            <a:lnRef idx="1">
              <a:schemeClr val="accent3"/>
            </a:lnRef>
          </a:left>
          <a:right>
            <a:lnRef idx="1">
              <a:schemeClr val="accent3"/>
            </a:lnRef>
          </a:right>
          <a:top>
            <a:lnRef idx="1">
              <a:schemeClr val="accent3"/>
            </a:lnRef>
          </a:top>
          <a:bottom>
            <a:lnRef idx="1">
              <a:schemeClr val="accent3"/>
            </a:lnRef>
          </a:bottom>
          <a:insideH>
            <a:lnRef idx="1">
              <a:schemeClr val="accent3"/>
            </a:lnRef>
          </a:insideH>
          <a:insideV>
            <a:lnRef idx="1">
              <a:schemeClr val="accent3"/>
            </a:lnRef>
          </a:insideV>
        </a:tcBdr>
        <a:fill>
          <a:noFill/>
        </a:fill>
      </a:tcStyle>
    </a:wholeTbl>
    <a:band1H>
      <a:tcStyle>
        <a:tcBdr/>
        <a:fill>
          <a:solidFill>
            <a:schemeClr val="accent3">
              <a:alpha val="40000"/>
            </a:schemeClr>
          </a:solidFill>
        </a:fill>
      </a:tcStyle>
    </a:band1H>
    <a:band2H>
      <a:tcStyle>
        <a:tcBdr/>
      </a:tcStyle>
    </a:band2H>
    <a:band1V>
      <a:tcStyle>
        <a:tcBdr>
          <a:top>
            <a:lnRef idx="1">
              <a:schemeClr val="accent3"/>
            </a:lnRef>
          </a:top>
          <a:bottom>
            <a:lnRef idx="1">
              <a:schemeClr val="accent3"/>
            </a:lnRef>
          </a:bottom>
        </a:tcBdr>
        <a:fill>
          <a:solidFill>
            <a:schemeClr val="accent3">
              <a:alpha val="40000"/>
            </a:schemeClr>
          </a:solidFill>
        </a:fill>
      </a:tcStyle>
    </a:band1V>
    <a:band2V>
      <a:tcStyle>
        <a:tcBdr/>
      </a:tcStyle>
    </a:band2V>
    <a:lastCol>
      <a:tcTxStyle b="on"/>
      <a:tcStyle>
        <a:tcBdr>
          <a:left>
            <a:lnRef idx="2">
              <a:schemeClr val="accent3"/>
            </a:lnRef>
          </a:left>
          <a:right>
            <a:lnRef idx="1">
              <a:schemeClr val="accent3"/>
            </a:lnRef>
          </a:right>
          <a:top>
            <a:lnRef idx="1">
              <a:schemeClr val="accent3"/>
            </a:lnRef>
          </a:top>
          <a:bottom>
            <a:lnRef idx="1">
              <a:schemeClr val="accent3"/>
            </a:lnRef>
          </a:bottom>
          <a:insideH>
            <a:lnRef idx="1">
              <a:schemeClr val="accent3"/>
            </a:lnRef>
          </a:insideH>
          <a:insideV>
            <a:ln>
              <a:noFill/>
            </a:ln>
          </a:insideV>
        </a:tcBdr>
      </a:tcStyle>
    </a:lastCol>
    <a:firstCol>
      <a:tcTxStyle b="on"/>
      <a:tcStyle>
        <a:tcBdr>
          <a:left>
            <a:lnRef idx="1">
              <a:schemeClr val="accent3"/>
            </a:lnRef>
          </a:left>
          <a:right>
            <a:lnRef idx="2">
              <a:schemeClr val="accent3"/>
            </a:lnRef>
          </a:right>
          <a:top>
            <a:lnRef idx="1">
              <a:schemeClr val="accent3"/>
            </a:lnRef>
          </a:top>
          <a:bottom>
            <a:lnRef idx="1">
              <a:schemeClr val="accent3"/>
            </a:lnRef>
          </a:bottom>
          <a:insideH>
            <a:lnRef idx="1">
              <a:schemeClr val="accent3"/>
            </a:lnRef>
          </a:insideH>
          <a:insideV>
            <a:ln>
              <a:noFill/>
            </a:ln>
          </a:insideV>
        </a:tcBdr>
      </a:tcStyle>
    </a:firstCol>
    <a:lastRow>
      <a:tcTxStyle b="on"/>
      <a:tcStyle>
        <a:tcBdr>
          <a:left>
            <a:lnRef idx="1">
              <a:schemeClr val="accent3"/>
            </a:lnRef>
          </a:left>
          <a:right>
            <a:lnRef idx="1">
              <a:schemeClr val="accent3"/>
            </a:lnRef>
          </a:right>
          <a:top>
            <a:lnRef idx="2">
              <a:schemeClr val="accent3"/>
            </a:lnRef>
          </a:top>
          <a:bottom>
            <a:lnRef idx="2">
              <a:schemeClr val="accent3"/>
            </a:lnRef>
          </a:bottom>
          <a:insideH>
            <a:ln>
              <a:noFill/>
            </a:ln>
          </a:insideH>
          <a:insideV>
            <a:ln>
              <a:noFill/>
            </a:ln>
          </a:insideV>
        </a:tcBdr>
        <a:fill>
          <a:noFill/>
        </a:fill>
      </a:tcStyle>
    </a:lastRow>
    <a:firstRow>
      <a:tcTxStyle b="on">
        <a:fontRef idx="minor">
          <a:scrgbClr r="0" g="0" b="0"/>
        </a:fontRef>
        <a:schemeClr val="lt1"/>
      </a:tcTxStyle>
      <a:tcStyle>
        <a:tcBdr>
          <a:left>
            <a:lnRef idx="1">
              <a:schemeClr val="accent3"/>
            </a:lnRef>
          </a:left>
          <a:right>
            <a:lnRef idx="1">
              <a:schemeClr val="accent3"/>
            </a:lnRef>
          </a:right>
          <a:top>
            <a:lnRef idx="1">
              <a:schemeClr val="accent3"/>
            </a:lnRef>
          </a:top>
          <a:bottom>
            <a:lnRef idx="2">
              <a:schemeClr val="lt1"/>
            </a:lnRef>
          </a:bottom>
          <a:insideH>
            <a:ln>
              <a:noFill/>
            </a:ln>
          </a:insideH>
          <a:insideV>
            <a:ln>
              <a:noFill/>
            </a:ln>
          </a:insideV>
        </a:tcBdr>
        <a:fill>
          <a:solidFill>
            <a:schemeClr val="accent3"/>
          </a:solidFill>
        </a:fill>
      </a:tcStyle>
    </a:firstRow>
  </a:tblStyle>
  <a:tblStyle styleId="{775DCB02-9BB8-47FD-8907-85C794F793BA}" styleName="Designformatvorlage 1 - Akzent 4">
    <a:tblBg>
      <a:fillRef idx="2">
        <a:schemeClr val="accent4"/>
      </a:fillRef>
      <a:effectRef idx="1">
        <a:schemeClr val="accent4"/>
      </a:effectRef>
    </a:tblBg>
    <a:wholeTbl>
      <a:tcTxStyle>
        <a:fontRef idx="minor">
          <a:scrgbClr r="0" g="0" b="0"/>
        </a:fontRef>
        <a:schemeClr val="dk1"/>
      </a:tcTxStyle>
      <a:tcStyle>
        <a:tcBdr>
          <a:left>
            <a:lnRef idx="1">
              <a:schemeClr val="accent4"/>
            </a:lnRef>
          </a:left>
          <a:right>
            <a:lnRef idx="1">
              <a:schemeClr val="accent4"/>
            </a:lnRef>
          </a:right>
          <a:top>
            <a:lnRef idx="1">
              <a:schemeClr val="accent4"/>
            </a:lnRef>
          </a:top>
          <a:bottom>
            <a:lnRef idx="1">
              <a:schemeClr val="accent4"/>
            </a:lnRef>
          </a:bottom>
          <a:insideH>
            <a:lnRef idx="1">
              <a:schemeClr val="accent4"/>
            </a:lnRef>
          </a:insideH>
          <a:insideV>
            <a:lnRef idx="1">
              <a:schemeClr val="accent4"/>
            </a:lnRef>
          </a:insideV>
        </a:tcBdr>
        <a:fill>
          <a:noFill/>
        </a:fill>
      </a:tcStyle>
    </a:wholeTbl>
    <a:band1H>
      <a:tcStyle>
        <a:tcBdr/>
        <a:fill>
          <a:solidFill>
            <a:schemeClr val="accent4">
              <a:alpha val="40000"/>
            </a:schemeClr>
          </a:solidFill>
        </a:fill>
      </a:tcStyle>
    </a:band1H>
    <a:band2H>
      <a:tcStyle>
        <a:tcBdr/>
      </a:tcStyle>
    </a:band2H>
    <a:band1V>
      <a:tcStyle>
        <a:tcBdr>
          <a:top>
            <a:lnRef idx="1">
              <a:schemeClr val="accent4"/>
            </a:lnRef>
          </a:top>
          <a:bottom>
            <a:lnRef idx="1">
              <a:schemeClr val="accent4"/>
            </a:lnRef>
          </a:bottom>
        </a:tcBdr>
        <a:fill>
          <a:solidFill>
            <a:schemeClr val="accent4">
              <a:alpha val="40000"/>
            </a:schemeClr>
          </a:solidFill>
        </a:fill>
      </a:tcStyle>
    </a:band1V>
    <a:band2V>
      <a:tcStyle>
        <a:tcBdr/>
      </a:tcStyle>
    </a:band2V>
    <a:lastCol>
      <a:tcTxStyle b="on"/>
      <a:tcStyle>
        <a:tcBdr>
          <a:left>
            <a:lnRef idx="2">
              <a:schemeClr val="accent4"/>
            </a:lnRef>
          </a:left>
          <a:right>
            <a:lnRef idx="1">
              <a:schemeClr val="accent4"/>
            </a:lnRef>
          </a:right>
          <a:top>
            <a:lnRef idx="1">
              <a:schemeClr val="accent4"/>
            </a:lnRef>
          </a:top>
          <a:bottom>
            <a:lnRef idx="1">
              <a:schemeClr val="accent4"/>
            </a:lnRef>
          </a:bottom>
          <a:insideH>
            <a:lnRef idx="1">
              <a:schemeClr val="accent4"/>
            </a:lnRef>
          </a:insideH>
          <a:insideV>
            <a:ln>
              <a:noFill/>
            </a:ln>
          </a:insideV>
        </a:tcBdr>
      </a:tcStyle>
    </a:lastCol>
    <a:firstCol>
      <a:tcTxStyle b="on"/>
      <a:tcStyle>
        <a:tcBdr>
          <a:left>
            <a:lnRef idx="1">
              <a:schemeClr val="accent4"/>
            </a:lnRef>
          </a:left>
          <a:right>
            <a:lnRef idx="2">
              <a:schemeClr val="accent4"/>
            </a:lnRef>
          </a:right>
          <a:top>
            <a:lnRef idx="1">
              <a:schemeClr val="accent4"/>
            </a:lnRef>
          </a:top>
          <a:bottom>
            <a:lnRef idx="1">
              <a:schemeClr val="accent4"/>
            </a:lnRef>
          </a:bottom>
          <a:insideH>
            <a:lnRef idx="1">
              <a:schemeClr val="accent4"/>
            </a:lnRef>
          </a:insideH>
          <a:insideV>
            <a:ln>
              <a:noFill/>
            </a:ln>
          </a:insideV>
        </a:tcBdr>
      </a:tcStyle>
    </a:firstCol>
    <a:lastRow>
      <a:tcTxStyle b="on"/>
      <a:tcStyle>
        <a:tcBdr>
          <a:left>
            <a:lnRef idx="1">
              <a:schemeClr val="accent4"/>
            </a:lnRef>
          </a:left>
          <a:right>
            <a:lnRef idx="1">
              <a:schemeClr val="accent4"/>
            </a:lnRef>
          </a:right>
          <a:top>
            <a:lnRef idx="2">
              <a:schemeClr val="accent4"/>
            </a:lnRef>
          </a:top>
          <a:bottom>
            <a:lnRef idx="2">
              <a:schemeClr val="accent4"/>
            </a:lnRef>
          </a:bottom>
          <a:insideH>
            <a:ln>
              <a:noFill/>
            </a:ln>
          </a:insideH>
          <a:insideV>
            <a:ln>
              <a:noFill/>
            </a:ln>
          </a:insideV>
        </a:tcBdr>
        <a:fill>
          <a:noFill/>
        </a:fill>
      </a:tcStyle>
    </a:lastRow>
    <a:firstRow>
      <a:tcTxStyle b="on">
        <a:fontRef idx="minor">
          <a:scrgbClr r="0" g="0" b="0"/>
        </a:fontRef>
        <a:schemeClr val="lt1"/>
      </a:tcTxStyle>
      <a:tcStyle>
        <a:tcBdr>
          <a:left>
            <a:lnRef idx="1">
              <a:schemeClr val="accent4"/>
            </a:lnRef>
          </a:left>
          <a:right>
            <a:lnRef idx="1">
              <a:schemeClr val="accent4"/>
            </a:lnRef>
          </a:right>
          <a:top>
            <a:lnRef idx="1">
              <a:schemeClr val="accent4"/>
            </a:lnRef>
          </a:top>
          <a:bottom>
            <a:lnRef idx="2">
              <a:schemeClr val="lt1"/>
            </a:lnRef>
          </a:bottom>
          <a:insideH>
            <a:ln>
              <a:noFill/>
            </a:ln>
          </a:insideH>
          <a:insideV>
            <a:ln>
              <a:noFill/>
            </a:ln>
          </a:insideV>
        </a:tcBdr>
        <a:fill>
          <a:solidFill>
            <a:schemeClr val="accent4"/>
          </a:solidFill>
        </a:fill>
      </a:tcStyle>
    </a:firstRow>
  </a:tblStyle>
  <a:tblStyle styleId="{35758FB7-9AC5-4552-8A53-C91805E547FA}" styleName="Designformatvorlage 1 - Akzent 5">
    <a:tblBg>
      <a:fillRef idx="2">
        <a:schemeClr val="accent5"/>
      </a:fillRef>
      <a:effectRef idx="1">
        <a:schemeClr val="accent5"/>
      </a:effectRef>
    </a:tblBg>
    <a:wholeTbl>
      <a:tcTxStyle>
        <a:fontRef idx="minor">
          <a:scrgbClr r="0" g="0" b="0"/>
        </a:fontRef>
        <a:schemeClr val="dk1"/>
      </a:tcTxStyle>
      <a:tcStyle>
        <a:tcBdr>
          <a:left>
            <a:lnRef idx="1">
              <a:schemeClr val="accent5"/>
            </a:lnRef>
          </a:left>
          <a:right>
            <a:lnRef idx="1">
              <a:schemeClr val="accent5"/>
            </a:lnRef>
          </a:right>
          <a:top>
            <a:lnRef idx="1">
              <a:schemeClr val="accent5"/>
            </a:lnRef>
          </a:top>
          <a:bottom>
            <a:lnRef idx="1">
              <a:schemeClr val="accent5"/>
            </a:lnRef>
          </a:bottom>
          <a:insideH>
            <a:lnRef idx="1">
              <a:schemeClr val="accent5"/>
            </a:lnRef>
          </a:insideH>
          <a:insideV>
            <a:lnRef idx="1">
              <a:schemeClr val="accent5"/>
            </a:lnRef>
          </a:insideV>
        </a:tcBdr>
        <a:fill>
          <a:noFill/>
        </a:fill>
      </a:tcStyle>
    </a:wholeTbl>
    <a:band1H>
      <a:tcStyle>
        <a:tcBdr/>
        <a:fill>
          <a:solidFill>
            <a:schemeClr val="accent5">
              <a:alpha val="40000"/>
            </a:schemeClr>
          </a:solidFill>
        </a:fill>
      </a:tcStyle>
    </a:band1H>
    <a:band2H>
      <a:tcStyle>
        <a:tcBdr/>
      </a:tcStyle>
    </a:band2H>
    <a:band1V>
      <a:tcStyle>
        <a:tcBdr>
          <a:top>
            <a:lnRef idx="1">
              <a:schemeClr val="accent5"/>
            </a:lnRef>
          </a:top>
          <a:bottom>
            <a:lnRef idx="1">
              <a:schemeClr val="accent5"/>
            </a:lnRef>
          </a:bottom>
        </a:tcBdr>
        <a:fill>
          <a:solidFill>
            <a:schemeClr val="accent5">
              <a:alpha val="40000"/>
            </a:schemeClr>
          </a:solidFill>
        </a:fill>
      </a:tcStyle>
    </a:band1V>
    <a:band2V>
      <a:tcStyle>
        <a:tcBdr/>
      </a:tcStyle>
    </a:band2V>
    <a:lastCol>
      <a:tcTxStyle b="on"/>
      <a:tcStyle>
        <a:tcBdr>
          <a:left>
            <a:lnRef idx="2">
              <a:schemeClr val="accent5"/>
            </a:lnRef>
          </a:left>
          <a:right>
            <a:lnRef idx="1">
              <a:schemeClr val="accent5"/>
            </a:lnRef>
          </a:right>
          <a:top>
            <a:lnRef idx="1">
              <a:schemeClr val="accent5"/>
            </a:lnRef>
          </a:top>
          <a:bottom>
            <a:lnRef idx="1">
              <a:schemeClr val="accent5"/>
            </a:lnRef>
          </a:bottom>
          <a:insideH>
            <a:lnRef idx="1">
              <a:schemeClr val="accent5"/>
            </a:lnRef>
          </a:insideH>
          <a:insideV>
            <a:ln>
              <a:noFill/>
            </a:ln>
          </a:insideV>
        </a:tcBdr>
      </a:tcStyle>
    </a:lastCol>
    <a:firstCol>
      <a:tcTxStyle b="on"/>
      <a:tcStyle>
        <a:tcBdr>
          <a:left>
            <a:lnRef idx="1">
              <a:schemeClr val="accent5"/>
            </a:lnRef>
          </a:left>
          <a:right>
            <a:lnRef idx="2">
              <a:schemeClr val="accent5"/>
            </a:lnRef>
          </a:right>
          <a:top>
            <a:lnRef idx="1">
              <a:schemeClr val="accent5"/>
            </a:lnRef>
          </a:top>
          <a:bottom>
            <a:lnRef idx="1">
              <a:schemeClr val="accent5"/>
            </a:lnRef>
          </a:bottom>
          <a:insideH>
            <a:lnRef idx="1">
              <a:schemeClr val="accent5"/>
            </a:lnRef>
          </a:insideH>
          <a:insideV>
            <a:ln>
              <a:noFill/>
            </a:ln>
          </a:insideV>
        </a:tcBdr>
      </a:tcStyle>
    </a:firstCol>
    <a:lastRow>
      <a:tcTxStyle b="on"/>
      <a:tcStyle>
        <a:tcBdr>
          <a:left>
            <a:lnRef idx="1">
              <a:schemeClr val="accent5"/>
            </a:lnRef>
          </a:left>
          <a:right>
            <a:lnRef idx="1">
              <a:schemeClr val="accent5"/>
            </a:lnRef>
          </a:right>
          <a:top>
            <a:lnRef idx="2">
              <a:schemeClr val="accent5"/>
            </a:lnRef>
          </a:top>
          <a:bottom>
            <a:lnRef idx="2">
              <a:schemeClr val="accent5"/>
            </a:lnRef>
          </a:bottom>
          <a:insideH>
            <a:ln>
              <a:noFill/>
            </a:ln>
          </a:insideH>
          <a:insideV>
            <a:ln>
              <a:noFill/>
            </a:ln>
          </a:insideV>
        </a:tcBdr>
        <a:fill>
          <a:noFill/>
        </a:fill>
      </a:tcStyle>
    </a:lastRow>
    <a:firstRow>
      <a:tcTxStyle b="on">
        <a:fontRef idx="minor">
          <a:scrgbClr r="0" g="0" b="0"/>
        </a:fontRef>
        <a:schemeClr val="lt1"/>
      </a:tcTxStyle>
      <a:tcStyle>
        <a:tcBdr>
          <a:left>
            <a:lnRef idx="1">
              <a:schemeClr val="accent5"/>
            </a:lnRef>
          </a:left>
          <a:right>
            <a:lnRef idx="1">
              <a:schemeClr val="accent5"/>
            </a:lnRef>
          </a:right>
          <a:top>
            <a:lnRef idx="1">
              <a:schemeClr val="accent5"/>
            </a:lnRef>
          </a:top>
          <a:bottom>
            <a:lnRef idx="2">
              <a:schemeClr val="lt1"/>
            </a:lnRef>
          </a:bottom>
          <a:insideH>
            <a:ln>
              <a:noFill/>
            </a:ln>
          </a:insideH>
          <a:insideV>
            <a:ln>
              <a:noFill/>
            </a:ln>
          </a:insideV>
        </a:tcBdr>
        <a:fill>
          <a:solidFill>
            <a:schemeClr val="accent5"/>
          </a:solidFill>
        </a:fill>
      </a:tcStyle>
    </a:firstRow>
  </a:tblStyle>
  <a:tblStyle styleId="{08FB837D-C827-4EFA-A057-4D05807E0F7C}" styleName="Designformatvorlage 1 - Akzent 6">
    <a:tblBg>
      <a:fillRef idx="2">
        <a:schemeClr val="accent6"/>
      </a:fillRef>
      <a:effectRef idx="1">
        <a:schemeClr val="accent6"/>
      </a:effectRef>
    </a:tblBg>
    <a:wholeTbl>
      <a:tcTxStyle>
        <a:fontRef idx="minor">
          <a:scrgbClr r="0" g="0" b="0"/>
        </a:fontRef>
        <a:schemeClr val="dk1"/>
      </a:tcTxStyle>
      <a:tcStyle>
        <a:tcBdr>
          <a:left>
            <a:lnRef idx="1">
              <a:schemeClr val="accent6"/>
            </a:lnRef>
          </a:left>
          <a:right>
            <a:lnRef idx="1">
              <a:schemeClr val="accent6"/>
            </a:lnRef>
          </a:right>
          <a:top>
            <a:lnRef idx="1">
              <a:schemeClr val="accent6"/>
            </a:lnRef>
          </a:top>
          <a:bottom>
            <a:lnRef idx="1">
              <a:schemeClr val="accent6"/>
            </a:lnRef>
          </a:bottom>
          <a:insideH>
            <a:lnRef idx="1">
              <a:schemeClr val="accent6"/>
            </a:lnRef>
          </a:insideH>
          <a:insideV>
            <a:lnRef idx="1">
              <a:schemeClr val="accent6"/>
            </a:lnRef>
          </a:insideV>
        </a:tcBdr>
        <a:fill>
          <a:noFill/>
        </a:fill>
      </a:tcStyle>
    </a:wholeTbl>
    <a:band1H>
      <a:tcStyle>
        <a:tcBdr/>
        <a:fill>
          <a:solidFill>
            <a:schemeClr val="accent6">
              <a:alpha val="40000"/>
            </a:schemeClr>
          </a:solidFill>
        </a:fill>
      </a:tcStyle>
    </a:band1H>
    <a:band2H>
      <a:tcStyle>
        <a:tcBdr/>
      </a:tcStyle>
    </a:band2H>
    <a:band1V>
      <a:tcStyle>
        <a:tcBdr>
          <a:top>
            <a:lnRef idx="1">
              <a:schemeClr val="accent6"/>
            </a:lnRef>
          </a:top>
          <a:bottom>
            <a:lnRef idx="1">
              <a:schemeClr val="accent6"/>
            </a:lnRef>
          </a:bottom>
        </a:tcBdr>
        <a:fill>
          <a:solidFill>
            <a:schemeClr val="accent6">
              <a:alpha val="40000"/>
            </a:schemeClr>
          </a:solidFill>
        </a:fill>
      </a:tcStyle>
    </a:band1V>
    <a:band2V>
      <a:tcStyle>
        <a:tcBdr/>
      </a:tcStyle>
    </a:band2V>
    <a:lastCol>
      <a:tcTxStyle b="on"/>
      <a:tcStyle>
        <a:tcBdr>
          <a:left>
            <a:lnRef idx="2">
              <a:schemeClr val="accent6"/>
            </a:lnRef>
          </a:left>
          <a:right>
            <a:lnRef idx="1">
              <a:schemeClr val="accent6"/>
            </a:lnRef>
          </a:right>
          <a:top>
            <a:lnRef idx="1">
              <a:schemeClr val="accent6"/>
            </a:lnRef>
          </a:top>
          <a:bottom>
            <a:lnRef idx="1">
              <a:schemeClr val="accent6"/>
            </a:lnRef>
          </a:bottom>
          <a:insideH>
            <a:lnRef idx="1">
              <a:schemeClr val="accent6"/>
            </a:lnRef>
          </a:insideH>
          <a:insideV>
            <a:ln>
              <a:noFill/>
            </a:ln>
          </a:insideV>
        </a:tcBdr>
      </a:tcStyle>
    </a:lastCol>
    <a:firstCol>
      <a:tcTxStyle b="on"/>
      <a:tcStyle>
        <a:tcBdr>
          <a:left>
            <a:lnRef idx="1">
              <a:schemeClr val="accent6"/>
            </a:lnRef>
          </a:left>
          <a:right>
            <a:lnRef idx="2">
              <a:schemeClr val="accent6"/>
            </a:lnRef>
          </a:right>
          <a:top>
            <a:lnRef idx="1">
              <a:schemeClr val="accent6"/>
            </a:lnRef>
          </a:top>
          <a:bottom>
            <a:lnRef idx="1">
              <a:schemeClr val="accent6"/>
            </a:lnRef>
          </a:bottom>
          <a:insideH>
            <a:lnRef idx="1">
              <a:schemeClr val="accent6"/>
            </a:lnRef>
          </a:insideH>
          <a:insideV>
            <a:ln>
              <a:noFill/>
            </a:ln>
          </a:insideV>
        </a:tcBdr>
      </a:tcStyle>
    </a:firstCol>
    <a:lastRow>
      <a:tcTxStyle b="on"/>
      <a:tcStyle>
        <a:tcBdr>
          <a:left>
            <a:lnRef idx="1">
              <a:schemeClr val="accent6"/>
            </a:lnRef>
          </a:left>
          <a:right>
            <a:lnRef idx="1">
              <a:schemeClr val="accent6"/>
            </a:lnRef>
          </a:right>
          <a:top>
            <a:lnRef idx="2">
              <a:schemeClr val="accent6"/>
            </a:lnRef>
          </a:top>
          <a:bottom>
            <a:lnRef idx="2">
              <a:schemeClr val="accent6"/>
            </a:lnRef>
          </a:bottom>
          <a:insideH>
            <a:ln>
              <a:noFill/>
            </a:ln>
          </a:insideH>
          <a:insideV>
            <a:ln>
              <a:noFill/>
            </a:ln>
          </a:insideV>
        </a:tcBdr>
        <a:fill>
          <a:noFill/>
        </a:fill>
      </a:tcStyle>
    </a:lastRow>
    <a:firstRow>
      <a:tcTxStyle b="on">
        <a:fontRef idx="minor">
          <a:scrgbClr r="0" g="0" b="0"/>
        </a:fontRef>
        <a:schemeClr val="lt1"/>
      </a:tcTxStyle>
      <a:tcStyle>
        <a:tcBdr>
          <a:left>
            <a:lnRef idx="1">
              <a:schemeClr val="accent6"/>
            </a:lnRef>
          </a:left>
          <a:right>
            <a:lnRef idx="1">
              <a:schemeClr val="accent6"/>
            </a:lnRef>
          </a:right>
          <a:top>
            <a:lnRef idx="1">
              <a:schemeClr val="accent6"/>
            </a:lnRef>
          </a:top>
          <a:bottom>
            <a:lnRef idx="2">
              <a:schemeClr val="lt1"/>
            </a:lnRef>
          </a:bottom>
          <a:insideH>
            <a:ln>
              <a:noFill/>
            </a:ln>
          </a:insideH>
          <a:insideV>
            <a:ln>
              <a:noFill/>
            </a:ln>
          </a:insideV>
        </a:tcBdr>
        <a:fill>
          <a:solidFill>
            <a:schemeClr val="accent6"/>
          </a:solidFill>
        </a:fill>
      </a:tcStyle>
    </a:firstRow>
  </a:tblStyle>
  <a:tblStyle styleId="{18603FDC-E32A-4AB5-989C-0864C3EAD2B8}" styleName="Designformatvorlage 2 - Akzent 2">
    <a:tblBg>
      <a:fillRef idx="3">
        <a:schemeClr val="accent2"/>
      </a:fillRef>
      <a:effectRef idx="3">
        <a:schemeClr val="accent2"/>
      </a:effectRef>
    </a:tblBg>
    <a:wholeTbl>
      <a:tcTxStyle>
        <a:fontRef idx="minor">
          <a:scrgbClr r="0" g="0" b="0"/>
        </a:fontRef>
        <a:schemeClr val="lt1"/>
      </a:tcTxStyle>
      <a:tcStyle>
        <a:tcBdr>
          <a:left>
            <a:lnRef idx="1">
              <a:schemeClr val="accent2">
                <a:tint val="50000"/>
              </a:schemeClr>
            </a:lnRef>
          </a:left>
          <a:right>
            <a:lnRef idx="1">
              <a:schemeClr val="accent2">
                <a:tint val="50000"/>
              </a:schemeClr>
            </a:lnRef>
          </a:right>
          <a:top>
            <a:lnRef idx="1">
              <a:schemeClr val="accent2">
                <a:tint val="50000"/>
              </a:schemeClr>
            </a:lnRef>
          </a:top>
          <a:bottom>
            <a:lnRef idx="1">
              <a:schemeClr val="accent2">
                <a:tint val="50000"/>
              </a:schemeClr>
            </a:lnRef>
          </a:bottom>
          <a:insideH>
            <a:ln>
              <a:noFill/>
            </a:ln>
          </a:insideH>
          <a:insideV>
            <a:ln>
              <a:noFill/>
            </a:ln>
          </a:insideV>
        </a:tcBdr>
        <a:fill>
          <a:noFill/>
        </a:fill>
      </a:tcStyle>
    </a:wholeTbl>
    <a:band1H>
      <a:tcStyle>
        <a:tcBdr/>
        <a:fill>
          <a:solidFill>
            <a:schemeClr val="lt1">
              <a:alpha val="20000"/>
            </a:schemeClr>
          </a:solidFill>
        </a:fill>
      </a:tcStyle>
    </a:band1H>
    <a:band1V>
      <a:tcStyle>
        <a:tcBdr/>
        <a:fill>
          <a:solidFill>
            <a:schemeClr val="lt1">
              <a:alpha val="20000"/>
            </a:schemeClr>
          </a:solidFill>
        </a:fill>
      </a:tcStyle>
    </a:band1V>
    <a:lastCol>
      <a:tcTxStyle b="on"/>
      <a:tcStyle>
        <a:tcBdr>
          <a:left>
            <a:lnRef idx="2">
              <a:schemeClr val="lt1"/>
            </a:lnRef>
          </a:left>
        </a:tcBdr>
      </a:tcStyle>
    </a:lastCol>
    <a:firstCol>
      <a:tcTxStyle b="on"/>
      <a:tcStyle>
        <a:tcBdr>
          <a:right>
            <a:lnRef idx="2">
              <a:schemeClr val="lt1"/>
            </a:lnRef>
          </a:right>
        </a:tcBdr>
      </a:tcStyle>
    </a:firstCol>
    <a:lastRow>
      <a:tcTxStyle b="on"/>
      <a:tcStyle>
        <a:tcBdr>
          <a:top>
            <a:lnRef idx="2">
              <a:schemeClr val="lt1"/>
            </a:lnRef>
          </a:top>
        </a:tcBdr>
        <a:fill>
          <a:noFill/>
        </a:fill>
      </a:tcStyle>
    </a:lastRow>
    <a:seCell>
      <a:tcStyle>
        <a:tcBdr>
          <a:left>
            <a:ln>
              <a:noFill/>
            </a:ln>
          </a:left>
          <a:top>
            <a:ln>
              <a:noFill/>
            </a:ln>
          </a:top>
        </a:tcBdr>
      </a:tcStyle>
    </a:seCell>
    <a:swCell>
      <a:tcStyle>
        <a:tcBdr>
          <a:right>
            <a:ln>
              <a:noFill/>
            </a:ln>
          </a:right>
          <a:top>
            <a:ln>
              <a:noFill/>
            </a:ln>
          </a:top>
        </a:tcBdr>
      </a:tcStyle>
    </a:swCell>
    <a:firstRow>
      <a:tcTxStyle b="on"/>
      <a:tcStyle>
        <a:tcBdr>
          <a:bottom>
            <a:lnRef idx="3">
              <a:schemeClr val="lt1"/>
            </a:lnRef>
          </a:bottom>
        </a:tcBdr>
        <a:fill>
          <a:noFill/>
        </a:fill>
      </a:tcStyle>
    </a:firstRow>
    <a:neCell>
      <a:tcStyle>
        <a:tcBdr>
          <a:bottom>
            <a:ln>
              <a:noFill/>
            </a:ln>
          </a:bottom>
        </a:tcBdr>
      </a:tcStyle>
    </a:neCell>
  </a:tblStyle>
  <a:tblStyle styleId="{638B1855-1B75-4FBE-930C-398BA8C253C6}" styleName="Designformatvorlage 2 - Akzent 6">
    <a:tblBg>
      <a:fillRef idx="3">
        <a:schemeClr val="accent6"/>
      </a:fillRef>
      <a:effectRef idx="3">
        <a:schemeClr val="accent6"/>
      </a:effectRef>
    </a:tblBg>
    <a:wholeTbl>
      <a:tcTxStyle>
        <a:fontRef idx="minor">
          <a:scrgbClr r="0" g="0" b="0"/>
        </a:fontRef>
        <a:schemeClr val="lt1"/>
      </a:tcTxStyle>
      <a:tcStyle>
        <a:tcBdr>
          <a:left>
            <a:lnRef idx="1">
              <a:schemeClr val="accent6">
                <a:tint val="50000"/>
              </a:schemeClr>
            </a:lnRef>
          </a:left>
          <a:right>
            <a:lnRef idx="1">
              <a:schemeClr val="accent6">
                <a:tint val="50000"/>
              </a:schemeClr>
            </a:lnRef>
          </a:right>
          <a:top>
            <a:lnRef idx="1">
              <a:schemeClr val="accent6">
                <a:tint val="50000"/>
              </a:schemeClr>
            </a:lnRef>
          </a:top>
          <a:bottom>
            <a:lnRef idx="1">
              <a:schemeClr val="accent6">
                <a:tint val="50000"/>
              </a:schemeClr>
            </a:lnRef>
          </a:bottom>
          <a:insideH>
            <a:ln>
              <a:noFill/>
            </a:ln>
          </a:insideH>
          <a:insideV>
            <a:ln>
              <a:noFill/>
            </a:ln>
          </a:insideV>
        </a:tcBdr>
        <a:fill>
          <a:noFill/>
        </a:fill>
      </a:tcStyle>
    </a:wholeTbl>
    <a:band1H>
      <a:tcStyle>
        <a:tcBdr/>
        <a:fill>
          <a:solidFill>
            <a:schemeClr val="lt1">
              <a:alpha val="20000"/>
            </a:schemeClr>
          </a:solidFill>
        </a:fill>
      </a:tcStyle>
    </a:band1H>
    <a:band1V>
      <a:tcStyle>
        <a:tcBdr/>
        <a:fill>
          <a:solidFill>
            <a:schemeClr val="lt1">
              <a:alpha val="20000"/>
            </a:schemeClr>
          </a:solidFill>
        </a:fill>
      </a:tcStyle>
    </a:band1V>
    <a:lastCol>
      <a:tcTxStyle b="on"/>
      <a:tcStyle>
        <a:tcBdr>
          <a:left>
            <a:lnRef idx="2">
              <a:schemeClr val="lt1"/>
            </a:lnRef>
          </a:left>
        </a:tcBdr>
      </a:tcStyle>
    </a:lastCol>
    <a:firstCol>
      <a:tcTxStyle b="on"/>
      <a:tcStyle>
        <a:tcBdr>
          <a:right>
            <a:lnRef idx="2">
              <a:schemeClr val="lt1"/>
            </a:lnRef>
          </a:right>
        </a:tcBdr>
      </a:tcStyle>
    </a:firstCol>
    <a:lastRow>
      <a:tcTxStyle b="on"/>
      <a:tcStyle>
        <a:tcBdr>
          <a:top>
            <a:lnRef idx="2">
              <a:schemeClr val="lt1"/>
            </a:lnRef>
          </a:top>
        </a:tcBdr>
        <a:fill>
          <a:noFill/>
        </a:fill>
      </a:tcStyle>
    </a:lastRow>
    <a:seCell>
      <a:tcStyle>
        <a:tcBdr>
          <a:left>
            <a:ln>
              <a:noFill/>
            </a:ln>
          </a:left>
          <a:top>
            <a:ln>
              <a:noFill/>
            </a:ln>
          </a:top>
        </a:tcBdr>
      </a:tcStyle>
    </a:seCell>
    <a:swCell>
      <a:tcStyle>
        <a:tcBdr>
          <a:right>
            <a:ln>
              <a:noFill/>
            </a:ln>
          </a:right>
          <a:top>
            <a:ln>
              <a:noFill/>
            </a:ln>
          </a:top>
        </a:tcBdr>
      </a:tcStyle>
    </a:swCell>
    <a:firstRow>
      <a:tcTxStyle b="on"/>
      <a:tcStyle>
        <a:tcBdr>
          <a:bottom>
            <a:lnRef idx="3">
              <a:schemeClr val="lt1"/>
            </a:lnRef>
          </a:bottom>
        </a:tcBdr>
        <a:fill>
          <a:noFill/>
        </a:fill>
      </a:tcStyle>
    </a:firstRow>
    <a:neCell>
      <a:tcStyle>
        <a:tcBdr>
          <a:bottom>
            <a:ln>
              <a:noFill/>
            </a:ln>
          </a:bottom>
        </a:tcBdr>
      </a:tcStyle>
    </a:neCell>
  </a:tblStyle>
  <a:tblStyle styleId="{72833802-FEF1-4C79-8D5D-14CF1EAF98D9}" styleName="Helle Formatvorlage 2 - Akzent 2">
    <a:wholeTbl>
      <a:tcTxStyle>
        <a:fontRef idx="minor">
          <a:scrgbClr r="0" g="0" b="0"/>
        </a:fontRef>
        <a:schemeClr val="tx1"/>
      </a:tcTxStyle>
      <a:tcStyle>
        <a:tcBdr>
          <a:left>
            <a:lnRef idx="1">
              <a:schemeClr val="accent2"/>
            </a:lnRef>
          </a:left>
          <a:right>
            <a:lnRef idx="1">
              <a:schemeClr val="accent2"/>
            </a:lnRef>
          </a:right>
          <a:top>
            <a:lnRef idx="1">
              <a:schemeClr val="accent2"/>
            </a:lnRef>
          </a:top>
          <a:bottom>
            <a:lnRef idx="1">
              <a:schemeClr val="accent2"/>
            </a:lnRef>
          </a:bottom>
          <a:insideH>
            <a:ln>
              <a:noFill/>
            </a:ln>
          </a:insideH>
          <a:insideV>
            <a:ln>
              <a:noFill/>
            </a:ln>
          </a:insideV>
        </a:tcBdr>
        <a:fill>
          <a:noFill/>
        </a:fill>
      </a:tcStyle>
    </a:wholeTbl>
    <a:band1H>
      <a:tcStyle>
        <a:tcBdr>
          <a:top>
            <a:lnRef idx="1">
              <a:schemeClr val="accent2"/>
            </a:lnRef>
          </a:top>
          <a:bottom>
            <a:lnRef idx="1">
              <a:schemeClr val="accent2"/>
            </a:lnRef>
          </a:bottom>
        </a:tcBdr>
      </a:tcStyle>
    </a:band1H>
    <a:band1V>
      <a:tcStyle>
        <a:tcBdr>
          <a:left>
            <a:lnRef idx="1">
              <a:schemeClr val="accent2"/>
            </a:lnRef>
          </a:left>
          <a:right>
            <a:lnRef idx="1">
              <a:schemeClr val="accent2"/>
            </a:lnRef>
          </a:right>
        </a:tcBdr>
      </a:tcStyle>
    </a:band1V>
    <a:band2V>
      <a:tcStyle>
        <a:tcBdr>
          <a:left>
            <a:lnRef idx="1">
              <a:schemeClr val="accent2"/>
            </a:lnRef>
          </a:left>
          <a:right>
            <a:lnRef idx="1">
              <a:schemeClr val="accent2"/>
            </a:lnRef>
          </a:right>
        </a:tcBdr>
      </a:tcStyle>
    </a:band2V>
    <a:lastCol>
      <a:tcTxStyle b="on"/>
      <a:tcStyle>
        <a:tcBdr/>
      </a:tcStyle>
    </a:lastCol>
    <a:firstCol>
      <a:tcTxStyle b="on"/>
      <a:tcStyle>
        <a:tcBdr/>
      </a:tcStyle>
    </a:firstCol>
    <a:lastRow>
      <a:tcTxStyle b="on"/>
      <a:tcStyle>
        <a:tcBdr>
          <a:top>
            <a:ln w="50800" cmpd="dbl">
              <a:solidFill>
                <a:schemeClr val="accent2"/>
              </a:solidFill>
            </a:ln>
          </a:top>
        </a:tcBdr>
      </a:tcStyle>
    </a:lastRow>
    <a:firstRow>
      <a:tcTxStyle b="on">
        <a:fontRef idx="minor">
          <a:scrgbClr r="0" g="0" b="0"/>
        </a:fontRef>
        <a:schemeClr val="bg1"/>
      </a:tcTxStyle>
      <a:tcStyle>
        <a:tcBdr/>
        <a:fillRef idx="1">
          <a:schemeClr val="accent2"/>
        </a:fillRef>
      </a:tcStyle>
    </a:firstRow>
  </a:tblStyle>
  <a:tblStyle styleId="{F2DE63D5-997A-4646-A377-4702673A728D}" styleName="Helle Formatvorlage 2 - Akzent 3">
    <a:wholeTbl>
      <a:tcTxStyle>
        <a:fontRef idx="minor">
          <a:scrgbClr r="0" g="0" b="0"/>
        </a:fontRef>
        <a:schemeClr val="tx1"/>
      </a:tcTxStyle>
      <a:tcStyle>
        <a:tcBdr>
          <a:left>
            <a:lnRef idx="1">
              <a:schemeClr val="accent3"/>
            </a:lnRef>
          </a:left>
          <a:right>
            <a:lnRef idx="1">
              <a:schemeClr val="accent3"/>
            </a:lnRef>
          </a:right>
          <a:top>
            <a:lnRef idx="1">
              <a:schemeClr val="accent3"/>
            </a:lnRef>
          </a:top>
          <a:bottom>
            <a:lnRef idx="1">
              <a:schemeClr val="accent3"/>
            </a:lnRef>
          </a:bottom>
          <a:insideH>
            <a:ln>
              <a:noFill/>
            </a:ln>
          </a:insideH>
          <a:insideV>
            <a:ln>
              <a:noFill/>
            </a:ln>
          </a:insideV>
        </a:tcBdr>
        <a:fill>
          <a:noFill/>
        </a:fill>
      </a:tcStyle>
    </a:wholeTbl>
    <a:band1H>
      <a:tcStyle>
        <a:tcBdr>
          <a:top>
            <a:lnRef idx="1">
              <a:schemeClr val="accent3"/>
            </a:lnRef>
          </a:top>
          <a:bottom>
            <a:lnRef idx="1">
              <a:schemeClr val="accent3"/>
            </a:lnRef>
          </a:bottom>
        </a:tcBdr>
      </a:tcStyle>
    </a:band1H>
    <a:band1V>
      <a:tcStyle>
        <a:tcBdr>
          <a:left>
            <a:lnRef idx="1">
              <a:schemeClr val="accent3"/>
            </a:lnRef>
          </a:left>
          <a:right>
            <a:lnRef idx="1">
              <a:schemeClr val="accent3"/>
            </a:lnRef>
          </a:right>
        </a:tcBdr>
      </a:tcStyle>
    </a:band1V>
    <a:band2V>
      <a:tcStyle>
        <a:tcBdr>
          <a:left>
            <a:lnRef idx="1">
              <a:schemeClr val="accent3"/>
            </a:lnRef>
          </a:left>
          <a:right>
            <a:lnRef idx="1">
              <a:schemeClr val="accent3"/>
            </a:lnRef>
          </a:right>
        </a:tcBdr>
      </a:tcStyle>
    </a:band2V>
    <a:lastCol>
      <a:tcTxStyle b="on"/>
      <a:tcStyle>
        <a:tcBdr/>
      </a:tcStyle>
    </a:lastCol>
    <a:firstCol>
      <a:tcTxStyle b="on"/>
      <a:tcStyle>
        <a:tcBdr/>
      </a:tcStyle>
    </a:firstCol>
    <a:lastRow>
      <a:tcTxStyle b="on"/>
      <a:tcStyle>
        <a:tcBdr>
          <a:top>
            <a:ln w="50800" cmpd="dbl">
              <a:solidFill>
                <a:schemeClr val="accent3"/>
              </a:solidFill>
            </a:ln>
          </a:top>
        </a:tcBdr>
      </a:tcStyle>
    </a:lastRow>
    <a:firstRow>
      <a:tcTxStyle b="on">
        <a:fontRef idx="minor">
          <a:scrgbClr r="0" g="0" b="0"/>
        </a:fontRef>
        <a:schemeClr val="bg1"/>
      </a:tcTxStyle>
      <a:tcStyle>
        <a:tcBdr/>
        <a:fillRef idx="1">
          <a:schemeClr val="accent3"/>
        </a:fillRef>
      </a:tcStyle>
    </a:firstRow>
  </a:tblStyle>
  <a:tblStyle styleId="{17292A2E-F333-43FB-9621-5CBBE7FDCDCB}" styleName="Helle Formatvorlage 2 - Akzent 4">
    <a:wholeTbl>
      <a:tcTxStyle>
        <a:fontRef idx="minor">
          <a:scrgbClr r="0" g="0" b="0"/>
        </a:fontRef>
        <a:schemeClr val="tx1"/>
      </a:tcTxStyle>
      <a:tcStyle>
        <a:tcBdr>
          <a:left>
            <a:lnRef idx="1">
              <a:schemeClr val="accent4"/>
            </a:lnRef>
          </a:left>
          <a:right>
            <a:lnRef idx="1">
              <a:schemeClr val="accent4"/>
            </a:lnRef>
          </a:right>
          <a:top>
            <a:lnRef idx="1">
              <a:schemeClr val="accent4"/>
            </a:lnRef>
          </a:top>
          <a:bottom>
            <a:lnRef idx="1">
              <a:schemeClr val="accent4"/>
            </a:lnRef>
          </a:bottom>
          <a:insideH>
            <a:ln>
              <a:noFill/>
            </a:ln>
          </a:insideH>
          <a:insideV>
            <a:ln>
              <a:noFill/>
            </a:ln>
          </a:insideV>
        </a:tcBdr>
        <a:fill>
          <a:noFill/>
        </a:fill>
      </a:tcStyle>
    </a:wholeTbl>
    <a:band1H>
      <a:tcStyle>
        <a:tcBdr>
          <a:top>
            <a:lnRef idx="1">
              <a:schemeClr val="accent4"/>
            </a:lnRef>
          </a:top>
          <a:bottom>
            <a:lnRef idx="1">
              <a:schemeClr val="accent4"/>
            </a:lnRef>
          </a:bottom>
        </a:tcBdr>
      </a:tcStyle>
    </a:band1H>
    <a:band1V>
      <a:tcStyle>
        <a:tcBdr>
          <a:left>
            <a:lnRef idx="1">
              <a:schemeClr val="accent4"/>
            </a:lnRef>
          </a:left>
          <a:right>
            <a:lnRef idx="1">
              <a:schemeClr val="accent4"/>
            </a:lnRef>
          </a:right>
        </a:tcBdr>
      </a:tcStyle>
    </a:band1V>
    <a:band2V>
      <a:tcStyle>
        <a:tcBdr>
          <a:left>
            <a:lnRef idx="1">
              <a:schemeClr val="accent4"/>
            </a:lnRef>
          </a:left>
          <a:right>
            <a:lnRef idx="1">
              <a:schemeClr val="accent4"/>
            </a:lnRef>
          </a:right>
        </a:tcBdr>
      </a:tcStyle>
    </a:band2V>
    <a:lastCol>
      <a:tcTxStyle b="on"/>
      <a:tcStyle>
        <a:tcBdr/>
      </a:tcStyle>
    </a:lastCol>
    <a:firstCol>
      <a:tcTxStyle b="on"/>
      <a:tcStyle>
        <a:tcBdr/>
      </a:tcStyle>
    </a:firstCol>
    <a:lastRow>
      <a:tcTxStyle b="on"/>
      <a:tcStyle>
        <a:tcBdr>
          <a:top>
            <a:ln w="50800" cmpd="dbl">
              <a:solidFill>
                <a:schemeClr val="accent4"/>
              </a:solidFill>
            </a:ln>
          </a:top>
        </a:tcBdr>
      </a:tcStyle>
    </a:lastRow>
    <a:firstRow>
      <a:tcTxStyle b="on">
        <a:fontRef idx="minor">
          <a:scrgbClr r="0" g="0" b="0"/>
        </a:fontRef>
        <a:schemeClr val="bg1"/>
      </a:tcTxStyle>
      <a:tcStyle>
        <a:tcBdr/>
        <a:fillRef idx="1">
          <a:schemeClr val="accent4"/>
        </a:fillRef>
      </a:tcStyle>
    </a:firstRow>
  </a:tblStyle>
  <a:tblStyle styleId="{0660B408-B3CF-4A94-85FC-2B1E0A45F4A2}" styleName="Dunkle Formatvorlage 2 - Akzent 1/Akzent 2">
    <a:wholeTbl>
      <a:tcTxStyle>
        <a:fontRef idx="minor">
          <a:scrgbClr r="0" g="0" b="0"/>
        </a:fontRef>
        <a:schemeClr val="dk1"/>
      </a:tcTxStyle>
      <a:tcStyle>
        <a:tcBdr>
          <a:left>
            <a:ln>
              <a:noFill/>
            </a:ln>
          </a:left>
          <a:right>
            <a:ln>
              <a:noFill/>
            </a:ln>
          </a:right>
          <a:top>
            <a:ln>
              <a:noFill/>
            </a:ln>
          </a:top>
          <a:bottom>
            <a:ln>
              <a:noFill/>
            </a:ln>
          </a:bottom>
          <a:insideH>
            <a:ln>
              <a:noFill/>
            </a:ln>
          </a:insideH>
          <a:insideV>
            <a:ln>
              <a:noFill/>
            </a:ln>
          </a:insideV>
        </a:tcBdr>
        <a:fill>
          <a:solidFill>
            <a:schemeClr val="accent1">
              <a:tint val="20000"/>
            </a:schemeClr>
          </a:solidFill>
        </a:fill>
      </a:tcStyle>
    </a:wholeTbl>
    <a:band1H>
      <a:tcStyle>
        <a:tcBdr/>
        <a:fill>
          <a:solidFill>
            <a:schemeClr val="accent1">
              <a:tint val="40000"/>
            </a:schemeClr>
          </a:solidFill>
        </a:fill>
      </a:tcStyle>
    </a:band1H>
    <a:band1V>
      <a:tcStyle>
        <a:tcBdr/>
        <a:fill>
          <a:solidFill>
            <a:schemeClr val="accent1">
              <a:tint val="40000"/>
            </a:schemeClr>
          </a:solidFill>
        </a:fill>
      </a:tcStyle>
    </a:band1V>
    <a:lastCol>
      <a:tcTxStyle b="on"/>
      <a:tcStyle>
        <a:tcBdr/>
      </a:tcStyle>
    </a:lastCol>
    <a:firstCol>
      <a:tcTxStyle b="on"/>
      <a:tcStyle>
        <a:tcBdr/>
      </a:tcStyle>
    </a:firstCol>
    <a:lastRow>
      <a:tcTxStyle b="on"/>
      <a:tcStyle>
        <a:tcBdr>
          <a:top>
            <a:ln w="50800" cmpd="dbl">
              <a:solidFill>
                <a:schemeClr val="dk1"/>
              </a:solidFill>
            </a:ln>
          </a:top>
        </a:tcBdr>
        <a:fill>
          <a:solidFill>
            <a:schemeClr val="accent1">
              <a:tint val="20000"/>
            </a:schemeClr>
          </a:solidFill>
        </a:fill>
      </a:tcStyle>
    </a:lastRow>
    <a:firstRow>
      <a:tcTxStyle b="on">
        <a:fontRef idx="minor">
          <a:scrgbClr r="0" g="0" b="0"/>
        </a:fontRef>
        <a:schemeClr val="lt1"/>
      </a:tcTxStyle>
      <a:tcStyle>
        <a:tcBdr/>
        <a:fill>
          <a:solidFill>
            <a:schemeClr val="accent2"/>
          </a:solidFill>
        </a:fill>
      </a:tcStyle>
    </a:firstRow>
  </a:tblStyle>
  <a:tblStyle styleId="{5202B0CA-FC54-4496-8BCA-5EF66A818D29}" styleName="Dunkle Formatvorlage 2">
    <a:wholeTbl>
      <a:tcTxStyle>
        <a:fontRef idx="minor">
          <a:scrgbClr r="0" g="0" b="0"/>
        </a:fontRef>
        <a:schemeClr val="dk1"/>
      </a:tcTxStyle>
      <a:tcStyle>
        <a:tcBdr>
          <a:left>
            <a:ln>
              <a:noFill/>
            </a:ln>
          </a:left>
          <a:right>
            <a:ln>
              <a:noFill/>
            </a:ln>
          </a:right>
          <a:top>
            <a:ln>
              <a:noFill/>
            </a:ln>
          </a:top>
          <a:bottom>
            <a:ln>
              <a:noFill/>
            </a:ln>
          </a:bottom>
          <a:insideH>
            <a:ln>
              <a:noFill/>
            </a:ln>
          </a:insideH>
          <a:insideV>
            <a:ln>
              <a:noFill/>
            </a:ln>
          </a:insideV>
        </a:tcBdr>
        <a:fill>
          <a:solidFill>
            <a:schemeClr val="dk1">
              <a:tint val="20000"/>
            </a:schemeClr>
          </a:solidFill>
        </a:fill>
      </a:tcStyle>
    </a:wholeTbl>
    <a:band1H>
      <a:tcStyle>
        <a:tcBdr/>
        <a:fill>
          <a:solidFill>
            <a:schemeClr val="dk1">
              <a:tint val="40000"/>
            </a:schemeClr>
          </a:solidFill>
        </a:fill>
      </a:tcStyle>
    </a:band1H>
    <a:band1V>
      <a:tcStyle>
        <a:tcBdr/>
        <a:fill>
          <a:solidFill>
            <a:schemeClr val="dk1">
              <a:tint val="40000"/>
            </a:schemeClr>
          </a:solidFill>
        </a:fill>
      </a:tcStyle>
    </a:band1V>
    <a:lastCol>
      <a:tcTxStyle b="on"/>
      <a:tcStyle>
        <a:tcBdr/>
      </a:tcStyle>
    </a:lastCol>
    <a:firstCol>
      <a:tcTxStyle b="on"/>
      <a:tcStyle>
        <a:tcBdr/>
      </a:tcStyle>
    </a:firstCol>
    <a:lastRow>
      <a:tcTxStyle b="on"/>
      <a:tcStyle>
        <a:tcBdr>
          <a:top>
            <a:ln w="50800" cmpd="dbl">
              <a:solidFill>
                <a:schemeClr val="dk1"/>
              </a:solidFill>
            </a:ln>
          </a:top>
        </a:tcBdr>
        <a:fill>
          <a:solidFill>
            <a:schemeClr val="dk1">
              <a:tint val="20000"/>
            </a:schemeClr>
          </a:solidFill>
        </a:fill>
      </a:tcStyle>
    </a:lastRow>
    <a:firstRow>
      <a:tcTxStyle b="on">
        <a:fontRef idx="minor">
          <a:scrgbClr r="0" g="0" b="0"/>
        </a:fontRef>
        <a:schemeClr val="lt1"/>
      </a:tcTxStyle>
      <a:tcStyle>
        <a:tcBdr/>
        <a:fill>
          <a:solidFill>
            <a:schemeClr val="dk1"/>
          </a:solidFill>
        </a:fill>
      </a:tcStyle>
    </a:firstRow>
  </a:tblStyle>
  <a:tblStyle styleId="{8FD4443E-F989-4FC4-A0C8-D5A2AF1F390B}" styleName="Dunkle Formatvorlage 1 - Akzent 5">
    <a:wholeTbl>
      <a:tcTxStyle>
        <a:fontRef idx="minor">
          <a:scrgbClr r="0" g="0" b="0"/>
        </a:fontRef>
        <a:schemeClr val="lt1"/>
      </a:tcTxStyle>
      <a:tcStyle>
        <a:tcBdr>
          <a:left>
            <a:ln>
              <a:noFill/>
            </a:ln>
          </a:left>
          <a:right>
            <a:ln>
              <a:noFill/>
            </a:ln>
          </a:right>
          <a:top>
            <a:ln>
              <a:noFill/>
            </a:ln>
          </a:top>
          <a:bottom>
            <a:ln>
              <a:noFill/>
            </a:ln>
          </a:bottom>
          <a:insideH>
            <a:ln>
              <a:noFill/>
            </a:ln>
          </a:insideH>
          <a:insideV>
            <a:ln>
              <a:noFill/>
            </a:ln>
          </a:insideV>
        </a:tcBdr>
        <a:fill>
          <a:solidFill>
            <a:schemeClr val="accent5"/>
          </a:solidFill>
        </a:fill>
      </a:tcStyle>
    </a:wholeTbl>
    <a:band1H>
      <a:tcStyle>
        <a:tcBdr/>
        <a:fill>
          <a:solidFill>
            <a:schemeClr val="accent5">
              <a:shade val="60000"/>
            </a:schemeClr>
          </a:solidFill>
        </a:fill>
      </a:tcStyle>
    </a:band1H>
    <a:band1V>
      <a:tcStyle>
        <a:tcBdr/>
        <a:fill>
          <a:solidFill>
            <a:schemeClr val="accent5">
              <a:shade val="60000"/>
            </a:schemeClr>
          </a:solidFill>
        </a:fill>
      </a:tcStyle>
    </a:band1V>
    <a:lastCol>
      <a:tcTxStyle b="on"/>
      <a:tcStyle>
        <a:tcBdr>
          <a:left>
            <a:ln w="25400" cmpd="sng">
              <a:solidFill>
                <a:schemeClr val="lt1"/>
              </a:solidFill>
            </a:ln>
          </a:left>
        </a:tcBdr>
        <a:fill>
          <a:solidFill>
            <a:schemeClr val="accent5">
              <a:shade val="60000"/>
            </a:schemeClr>
          </a:solidFill>
        </a:fill>
      </a:tcStyle>
    </a:lastCol>
    <a:firstCol>
      <a:tcTxStyle b="on"/>
      <a:tcStyle>
        <a:tcBdr>
          <a:right>
            <a:ln w="25400" cmpd="sng">
              <a:solidFill>
                <a:schemeClr val="lt1"/>
              </a:solidFill>
            </a:ln>
          </a:right>
        </a:tcBdr>
        <a:fill>
          <a:solidFill>
            <a:schemeClr val="accent5">
              <a:shade val="60000"/>
            </a:schemeClr>
          </a:solidFill>
        </a:fill>
      </a:tcStyle>
    </a:firstCol>
    <a:lastRow>
      <a:tcTxStyle b="on"/>
      <a:tcStyle>
        <a:tcBdr>
          <a:top>
            <a:ln w="25400" cmpd="sng">
              <a:solidFill>
                <a:schemeClr val="lt1"/>
              </a:solidFill>
            </a:ln>
          </a:top>
        </a:tcBdr>
        <a:fill>
          <a:solidFill>
            <a:schemeClr val="accent5">
              <a:shade val="40000"/>
            </a:schemeClr>
          </a:solidFill>
        </a:fill>
      </a:tcStyle>
    </a:lastRow>
    <a:seCell>
      <a:tcStyle>
        <a:tcBdr>
          <a:left>
            <a:ln>
              <a:noFill/>
            </a:ln>
          </a:left>
        </a:tcBdr>
      </a:tcStyle>
    </a:seCell>
    <a:swCell>
      <a:tcStyle>
        <a:tcBdr>
          <a:right>
            <a:ln>
              <a:noFill/>
            </a:ln>
          </a:right>
        </a:tcBdr>
      </a:tcStyle>
    </a:swCell>
    <a:firstRow>
      <a:tcTxStyle b="on"/>
      <a:tcStyle>
        <a:tcBdr>
          <a:bottom>
            <a:ln w="25400" cmpd="sng">
              <a:solidFill>
                <a:schemeClr val="lt1"/>
              </a:solidFill>
            </a:ln>
          </a:bottom>
        </a:tcBdr>
        <a:fill>
          <a:solidFill>
            <a:schemeClr val="dk1"/>
          </a:solidFill>
        </a:fill>
      </a:tcStyle>
    </a:firstRow>
    <a:neCell>
      <a:tcStyle>
        <a:tcBdr>
          <a:left>
            <a:ln>
              <a:noFill/>
            </a:ln>
          </a:left>
        </a:tcBdr>
      </a:tcStyle>
    </a:neCell>
    <a:nwCell>
      <a:tcStyle>
        <a:tcBdr>
          <a:right>
            <a:ln>
              <a:noFill/>
            </a:ln>
          </a:right>
        </a:tcBdr>
      </a:tcStyle>
    </a:nwCell>
  </a:tblStyle>
  <a:tblStyle styleId="{E8034E78-7F5D-4C2E-B375-FC64B27BC917}" styleName="Dunkle Formatvorlage 1">
    <a:wholeTbl>
      <a:tcTxStyle>
        <a:fontRef idx="minor">
          <a:scrgbClr r="0" g="0" b="0"/>
        </a:fontRef>
        <a:schemeClr val="lt1"/>
      </a:tcTxStyle>
      <a:tcStyle>
        <a:tcBdr>
          <a:left>
            <a:ln>
              <a:noFill/>
            </a:ln>
          </a:left>
          <a:right>
            <a:ln>
              <a:noFill/>
            </a:ln>
          </a:right>
          <a:top>
            <a:ln>
              <a:noFill/>
            </a:ln>
          </a:top>
          <a:bottom>
            <a:ln>
              <a:noFill/>
            </a:ln>
          </a:bottom>
          <a:insideH>
            <a:ln>
              <a:noFill/>
            </a:ln>
          </a:insideH>
          <a:insideV>
            <a:ln>
              <a:noFill/>
            </a:ln>
          </a:insideV>
        </a:tcBdr>
        <a:fill>
          <a:solidFill>
            <a:schemeClr val="dk1">
              <a:tint val="20000"/>
            </a:schemeClr>
          </a:solidFill>
        </a:fill>
      </a:tcStyle>
    </a:wholeTbl>
    <a:band1H>
      <a:tcStyle>
        <a:tcBdr/>
        <a:fill>
          <a:solidFill>
            <a:schemeClr val="dk1">
              <a:tint val="40000"/>
            </a:schemeClr>
          </a:solidFill>
        </a:fill>
      </a:tcStyle>
    </a:band1H>
    <a:band1V>
      <a:tcStyle>
        <a:tcBdr/>
        <a:fill>
          <a:solidFill>
            <a:schemeClr val="dk1">
              <a:tint val="40000"/>
            </a:schemeClr>
          </a:solidFill>
        </a:fill>
      </a:tcStyle>
    </a:band1V>
    <a:lastCol>
      <a:tcTxStyle b="on"/>
      <a:tcStyle>
        <a:tcBdr>
          <a:left>
            <a:ln w="25400" cmpd="sng">
              <a:solidFill>
                <a:schemeClr val="lt1"/>
              </a:solidFill>
            </a:ln>
          </a:left>
        </a:tcBdr>
        <a:fill>
          <a:solidFill>
            <a:schemeClr val="dk1">
              <a:tint val="60000"/>
            </a:schemeClr>
          </a:solidFill>
        </a:fill>
      </a:tcStyle>
    </a:lastCol>
    <a:firstCol>
      <a:tcTxStyle b="on"/>
      <a:tcStyle>
        <a:tcBdr>
          <a:right>
            <a:ln w="25400" cmpd="sng">
              <a:solidFill>
                <a:schemeClr val="lt1"/>
              </a:solidFill>
            </a:ln>
          </a:right>
        </a:tcBdr>
        <a:fill>
          <a:solidFill>
            <a:schemeClr val="dk1">
              <a:tint val="60000"/>
            </a:schemeClr>
          </a:solidFill>
        </a:fill>
      </a:tcStyle>
    </a:firstCol>
    <a:lastRow>
      <a:tcTxStyle b="on"/>
      <a:tcStyle>
        <a:tcBdr>
          <a:top>
            <a:ln w="25400" cmpd="sng">
              <a:solidFill>
                <a:schemeClr val="lt1"/>
              </a:solidFill>
            </a:ln>
          </a:top>
        </a:tcBdr>
        <a:fill>
          <a:solidFill>
            <a:schemeClr val="dk1">
              <a:tint val="60000"/>
            </a:schemeClr>
          </a:solidFill>
        </a:fill>
      </a:tcStyle>
    </a:lastRow>
    <a:seCell>
      <a:tcStyle>
        <a:tcBdr>
          <a:left>
            <a:ln>
              <a:noFill/>
            </a:ln>
          </a:left>
        </a:tcBdr>
      </a:tcStyle>
    </a:seCell>
    <a:swCell>
      <a:tcStyle>
        <a:tcBdr>
          <a:right>
            <a:ln>
              <a:noFill/>
            </a:ln>
          </a:right>
        </a:tcBdr>
      </a:tcStyle>
    </a:swCell>
    <a:firstRow>
      <a:tcTxStyle b="on"/>
      <a:tcStyle>
        <a:tcBdr>
          <a:bottom>
            <a:ln w="25400" cmpd="sng">
              <a:solidFill>
                <a:schemeClr val="lt1"/>
              </a:solidFill>
            </a:ln>
          </a:bottom>
        </a:tcBdr>
        <a:fill>
          <a:solidFill>
            <a:schemeClr val="dk1"/>
          </a:solidFill>
        </a:fill>
      </a:tcStyle>
    </a:firstRow>
    <a:neCell>
      <a:tcStyle>
        <a:tcBdr>
          <a:left>
            <a:ln>
              <a:noFill/>
            </a:ln>
          </a:left>
        </a:tcBdr>
      </a:tcStyle>
    </a:neCell>
    <a:nwCell>
      <a:tcStyle>
        <a:tcBdr>
          <a:right>
            <a:ln>
              <a:noFill/>
            </a:ln>
          </a:right>
        </a:tcBdr>
      </a:tcStyle>
    </a:nwCell>
  </a:tblStyle>
  <a:tblStyle styleId="{37CE84F3-28C3-443E-9E96-99CF82512B78}" styleName="Dunkle Formatvorlage 1 - Akzent 2">
    <a:wholeTbl>
      <a:tcTxStyle>
        <a:fontRef idx="minor">
          <a:scrgbClr r="0" g="0" b="0"/>
        </a:fontRef>
        <a:schemeClr val="lt1"/>
      </a:tcTxStyle>
      <a:tcStyle>
        <a:tcBdr>
          <a:left>
            <a:ln>
              <a:noFill/>
            </a:ln>
          </a:left>
          <a:right>
            <a:ln>
              <a:noFill/>
            </a:ln>
          </a:right>
          <a:top>
            <a:ln>
              <a:noFill/>
            </a:ln>
          </a:top>
          <a:bottom>
            <a:ln>
              <a:noFill/>
            </a:ln>
          </a:bottom>
          <a:insideH>
            <a:ln>
              <a:noFill/>
            </a:ln>
          </a:insideH>
          <a:insideV>
            <a:ln>
              <a:noFill/>
            </a:ln>
          </a:insideV>
        </a:tcBdr>
        <a:fill>
          <a:solidFill>
            <a:schemeClr val="accent2"/>
          </a:solidFill>
        </a:fill>
      </a:tcStyle>
    </a:wholeTbl>
    <a:band1H>
      <a:tcStyle>
        <a:tcBdr/>
        <a:fill>
          <a:solidFill>
            <a:schemeClr val="accent2">
              <a:shade val="60000"/>
            </a:schemeClr>
          </a:solidFill>
        </a:fill>
      </a:tcStyle>
    </a:band1H>
    <a:band1V>
      <a:tcStyle>
        <a:tcBdr/>
        <a:fill>
          <a:solidFill>
            <a:schemeClr val="accent2">
              <a:shade val="60000"/>
            </a:schemeClr>
          </a:solidFill>
        </a:fill>
      </a:tcStyle>
    </a:band1V>
    <a:lastCol>
      <a:tcTxStyle b="on"/>
      <a:tcStyle>
        <a:tcBdr>
          <a:left>
            <a:ln w="25400" cmpd="sng">
              <a:solidFill>
                <a:schemeClr val="lt1"/>
              </a:solidFill>
            </a:ln>
          </a:left>
        </a:tcBdr>
        <a:fill>
          <a:solidFill>
            <a:schemeClr val="accent2">
              <a:shade val="60000"/>
            </a:schemeClr>
          </a:solidFill>
        </a:fill>
      </a:tcStyle>
    </a:lastCol>
    <a:firstCol>
      <a:tcTxStyle b="on"/>
      <a:tcStyle>
        <a:tcBdr>
          <a:right>
            <a:ln w="25400" cmpd="sng">
              <a:solidFill>
                <a:schemeClr val="lt1"/>
              </a:solidFill>
            </a:ln>
          </a:right>
        </a:tcBdr>
        <a:fill>
          <a:solidFill>
            <a:schemeClr val="accent2">
              <a:shade val="60000"/>
            </a:schemeClr>
          </a:solidFill>
        </a:fill>
      </a:tcStyle>
    </a:firstCol>
    <a:lastRow>
      <a:tcTxStyle b="on"/>
      <a:tcStyle>
        <a:tcBdr>
          <a:top>
            <a:ln w="25400" cmpd="sng">
              <a:solidFill>
                <a:schemeClr val="lt1"/>
              </a:solidFill>
            </a:ln>
          </a:top>
        </a:tcBdr>
        <a:fill>
          <a:solidFill>
            <a:schemeClr val="accent2">
              <a:shade val="40000"/>
            </a:schemeClr>
          </a:solidFill>
        </a:fill>
      </a:tcStyle>
    </a:lastRow>
    <a:seCell>
      <a:tcStyle>
        <a:tcBdr>
          <a:left>
            <a:ln>
              <a:noFill/>
            </a:ln>
          </a:left>
        </a:tcBdr>
      </a:tcStyle>
    </a:seCell>
    <a:swCell>
      <a:tcStyle>
        <a:tcBdr>
          <a:right>
            <a:ln>
              <a:noFill/>
            </a:ln>
          </a:right>
        </a:tcBdr>
      </a:tcStyle>
    </a:swCell>
    <a:firstRow>
      <a:tcTxStyle b="on"/>
      <a:tcStyle>
        <a:tcBdr>
          <a:bottom>
            <a:ln w="25400" cmpd="sng">
              <a:solidFill>
                <a:schemeClr val="lt1"/>
              </a:solidFill>
            </a:ln>
          </a:bottom>
        </a:tcBdr>
        <a:fill>
          <a:solidFill>
            <a:schemeClr val="dk1"/>
          </a:solidFill>
        </a:fill>
      </a:tcStyle>
    </a:firstRow>
    <a:neCell>
      <a:tcStyle>
        <a:tcBdr>
          <a:left>
            <a:ln>
              <a:noFill/>
            </a:ln>
          </a:left>
        </a:tcBdr>
      </a:tcStyle>
    </a:neCell>
    <a:nwCell>
      <a:tcStyle>
        <a:tcBdr>
          <a:right>
            <a:ln>
              <a:noFill/>
            </a:ln>
          </a:right>
        </a:tcBdr>
      </a:tcStyle>
    </a:nwCell>
  </a:tblStyle>
  <a:tblStyle styleId="{16D9F66E-5EB9-4882-86FB-DCBF35E3C3E4}" styleName="Mittlere Formatvorlage 4 - Akzent 6">
    <a:wholeTbl>
      <a:tcTxStyle>
        <a:fontRef idx="minor">
          <a:scrgbClr r="0" g="0" b="0"/>
        </a:fontRef>
        <a:schemeClr val="dk1"/>
      </a:tcTxStyle>
      <a:tcStyle>
        <a:tcBdr>
          <a:left>
            <a:ln w="12700" cmpd="sng">
              <a:solidFill>
                <a:schemeClr val="accent6"/>
              </a:solidFill>
            </a:ln>
          </a:left>
          <a:right>
            <a:ln w="12700" cmpd="sng">
              <a:solidFill>
                <a:schemeClr val="accent6"/>
              </a:solidFill>
            </a:ln>
          </a:right>
          <a:top>
            <a:ln w="12700" cmpd="sng">
              <a:solidFill>
                <a:schemeClr val="accent6"/>
              </a:solidFill>
            </a:ln>
          </a:top>
          <a:bottom>
            <a:ln w="12700" cmpd="sng">
              <a:solidFill>
                <a:schemeClr val="accent6"/>
              </a:solidFill>
            </a:ln>
          </a:bottom>
          <a:insideH>
            <a:ln w="12700" cmpd="sng">
              <a:solidFill>
                <a:schemeClr val="accent6"/>
              </a:solidFill>
            </a:ln>
          </a:insideH>
          <a:insideV>
            <a:ln w="12700" cmpd="sng">
              <a:solidFill>
                <a:schemeClr val="accent6"/>
              </a:solidFill>
            </a:ln>
          </a:insideV>
        </a:tcBdr>
        <a:fill>
          <a:solidFill>
            <a:schemeClr val="accent6">
              <a:tint val="20000"/>
            </a:schemeClr>
          </a:solidFill>
        </a:fill>
      </a:tcStyle>
    </a:wholeTbl>
    <a:band1H>
      <a:tcStyle>
        <a:tcBdr/>
        <a:fill>
          <a:solidFill>
            <a:schemeClr val="accent6">
              <a:tint val="40000"/>
            </a:schemeClr>
          </a:solidFill>
        </a:fill>
      </a:tcStyle>
    </a:band1H>
    <a:band1V>
      <a:tcStyle>
        <a:tcBdr/>
        <a:fill>
          <a:solidFill>
            <a:schemeClr val="accent6">
              <a:tint val="40000"/>
            </a:schemeClr>
          </a:solidFill>
        </a:fill>
      </a:tcStyle>
    </a:band1V>
    <a:lastCol>
      <a:tcTxStyle b="on"/>
      <a:tcStyle>
        <a:tcBdr/>
      </a:tcStyle>
    </a:lastCol>
    <a:firstCol>
      <a:tcTxStyle b="on"/>
      <a:tcStyle>
        <a:tcBdr/>
      </a:tcStyle>
    </a:firstCol>
    <a:lastRow>
      <a:tcTxStyle b="on"/>
      <a:tcStyle>
        <a:tcBdr>
          <a:top>
            <a:ln w="25400" cmpd="sng">
              <a:solidFill>
                <a:schemeClr val="accent6"/>
              </a:solidFill>
            </a:ln>
          </a:top>
        </a:tcBdr>
        <a:fill>
          <a:solidFill>
            <a:schemeClr val="accent6">
              <a:tint val="20000"/>
            </a:schemeClr>
          </a:solidFill>
        </a:fill>
      </a:tcStyle>
    </a:lastRow>
    <a:firstRow>
      <a:tcTxStyle b="on"/>
      <a:tcStyle>
        <a:tcBdr/>
        <a:fill>
          <a:solidFill>
            <a:schemeClr val="accent6">
              <a:tint val="20000"/>
            </a:schemeClr>
          </a:solidFill>
        </a:fill>
      </a:tcStyle>
    </a:firstRow>
  </a:tblStyle>
  <a:tblStyle styleId="{C4B1156A-380E-4F78-BDF5-A606A8083BF9}" styleName="Mittlere Formatvorlage 4 - Akzent 4">
    <a:wholeTbl>
      <a:tcTxStyle>
        <a:fontRef idx="minor">
          <a:scrgbClr r="0" g="0" b="0"/>
        </a:fontRef>
        <a:schemeClr val="dk1"/>
      </a:tcTxStyle>
      <a:tcStyle>
        <a:tcBdr>
          <a:left>
            <a:ln w="12700" cmpd="sng">
              <a:solidFill>
                <a:schemeClr val="accent4"/>
              </a:solidFill>
            </a:ln>
          </a:left>
          <a:right>
            <a:ln w="12700" cmpd="sng">
              <a:solidFill>
                <a:schemeClr val="accent4"/>
              </a:solidFill>
            </a:ln>
          </a:right>
          <a:top>
            <a:ln w="12700" cmpd="sng">
              <a:solidFill>
                <a:schemeClr val="accent4"/>
              </a:solidFill>
            </a:ln>
          </a:top>
          <a:bottom>
            <a:ln w="12700" cmpd="sng">
              <a:solidFill>
                <a:schemeClr val="accent4"/>
              </a:solidFill>
            </a:ln>
          </a:bottom>
          <a:insideH>
            <a:ln w="12700" cmpd="sng">
              <a:solidFill>
                <a:schemeClr val="accent4"/>
              </a:solidFill>
            </a:ln>
          </a:insideH>
          <a:insideV>
            <a:ln w="12700" cmpd="sng">
              <a:solidFill>
                <a:schemeClr val="accent4"/>
              </a:solidFill>
            </a:ln>
          </a:insideV>
        </a:tcBdr>
        <a:fill>
          <a:solidFill>
            <a:schemeClr val="accent4">
              <a:tint val="20000"/>
            </a:schemeClr>
          </a:solidFill>
        </a:fill>
      </a:tcStyle>
    </a:wholeTbl>
    <a:band1H>
      <a:tcStyle>
        <a:tcBdr/>
        <a:fill>
          <a:solidFill>
            <a:schemeClr val="accent4">
              <a:tint val="40000"/>
            </a:schemeClr>
          </a:solidFill>
        </a:fill>
      </a:tcStyle>
    </a:band1H>
    <a:band1V>
      <a:tcStyle>
        <a:tcBdr/>
        <a:fill>
          <a:solidFill>
            <a:schemeClr val="accent4">
              <a:tint val="40000"/>
            </a:schemeClr>
          </a:solidFill>
        </a:fill>
      </a:tcStyle>
    </a:band1V>
    <a:lastCol>
      <a:tcTxStyle b="on"/>
      <a:tcStyle>
        <a:tcBdr/>
      </a:tcStyle>
    </a:lastCol>
    <a:firstCol>
      <a:tcTxStyle b="on"/>
      <a:tcStyle>
        <a:tcBdr/>
      </a:tcStyle>
    </a:firstCol>
    <a:lastRow>
      <a:tcTxStyle b="on"/>
      <a:tcStyle>
        <a:tcBdr>
          <a:top>
            <a:ln w="25400" cmpd="sng">
              <a:solidFill>
                <a:schemeClr val="accent4"/>
              </a:solidFill>
            </a:ln>
          </a:top>
        </a:tcBdr>
        <a:fill>
          <a:solidFill>
            <a:schemeClr val="accent4">
              <a:tint val="20000"/>
            </a:schemeClr>
          </a:solidFill>
        </a:fill>
      </a:tcStyle>
    </a:lastRow>
    <a:firstRow>
      <a:tcTxStyle b="on"/>
      <a:tcStyle>
        <a:tcBdr/>
        <a:fill>
          <a:solidFill>
            <a:schemeClr val="accent4">
              <a:tint val="20000"/>
            </a:schemeClr>
          </a:solidFill>
        </a:fill>
      </a:tcStyle>
    </a:firstRow>
  </a:tblStyle>
  <a:tblStyle styleId="{69CF1AB2-1976-4502-BF36-3FF5EA218861}" styleName="Mittlere Formatvorlage 4 - Akzent 1">
    <a:wholeTbl>
      <a:tcTxStyle>
        <a:fontRef idx="minor">
          <a:scrgbClr r="0" g="0" b="0"/>
        </a:fontRef>
        <a:schemeClr val="dk1"/>
      </a:tcTxStyle>
      <a:tcStyle>
        <a:tcBdr>
          <a:left>
            <a:ln w="12700" cmpd="sng">
              <a:solidFill>
                <a:schemeClr val="accent1"/>
              </a:solidFill>
            </a:ln>
          </a:left>
          <a:right>
            <a:ln w="12700" cmpd="sng">
              <a:solidFill>
                <a:schemeClr val="accent1"/>
              </a:solidFill>
            </a:ln>
          </a:right>
          <a:top>
            <a:ln w="12700" cmpd="sng">
              <a:solidFill>
                <a:schemeClr val="accent1"/>
              </a:solidFill>
            </a:ln>
          </a:top>
          <a:bottom>
            <a:ln w="12700" cmpd="sng">
              <a:solidFill>
                <a:schemeClr val="accent1"/>
              </a:solidFill>
            </a:ln>
          </a:bottom>
          <a:insideH>
            <a:ln w="12700" cmpd="sng">
              <a:solidFill>
                <a:schemeClr val="accent1"/>
              </a:solidFill>
            </a:ln>
          </a:insideH>
          <a:insideV>
            <a:ln w="12700" cmpd="sng">
              <a:solidFill>
                <a:schemeClr val="accent1"/>
              </a:solidFill>
            </a:ln>
          </a:insideV>
        </a:tcBdr>
        <a:fill>
          <a:solidFill>
            <a:schemeClr val="accent1">
              <a:tint val="20000"/>
            </a:schemeClr>
          </a:solidFill>
        </a:fill>
      </a:tcStyle>
    </a:wholeTbl>
    <a:band1H>
      <a:tcStyle>
        <a:tcBdr/>
        <a:fill>
          <a:solidFill>
            <a:schemeClr val="accent1">
              <a:tint val="40000"/>
            </a:schemeClr>
          </a:solidFill>
        </a:fill>
      </a:tcStyle>
    </a:band1H>
    <a:band1V>
      <a:tcStyle>
        <a:tcBdr/>
        <a:fill>
          <a:solidFill>
            <a:schemeClr val="accent1">
              <a:tint val="40000"/>
            </a:schemeClr>
          </a:solidFill>
        </a:fill>
      </a:tcStyle>
    </a:band1V>
    <a:lastCol>
      <a:tcTxStyle b="on"/>
      <a:tcStyle>
        <a:tcBdr/>
      </a:tcStyle>
    </a:lastCol>
    <a:firstCol>
      <a:tcTxStyle b="on"/>
      <a:tcStyle>
        <a:tcBdr/>
      </a:tcStyle>
    </a:firstCol>
    <a:lastRow>
      <a:tcTxStyle b="on"/>
      <a:tcStyle>
        <a:tcBdr>
          <a:top>
            <a:ln w="25400" cmpd="sng">
              <a:solidFill>
                <a:schemeClr val="accent1"/>
              </a:solidFill>
            </a:ln>
          </a:top>
        </a:tcBdr>
        <a:fill>
          <a:solidFill>
            <a:schemeClr val="accent1">
              <a:tint val="20000"/>
            </a:schemeClr>
          </a:solidFill>
        </a:fill>
      </a:tcStyle>
    </a:lastRow>
    <a:firstRow>
      <a:tcTxStyle b="on"/>
      <a:tcStyle>
        <a:tcBdr/>
        <a:fill>
          <a:solidFill>
            <a:schemeClr val="accent1">
              <a:tint val="20000"/>
            </a:schemeClr>
          </a:solidFill>
        </a:fill>
      </a:tcStyle>
    </a:firstRow>
  </a:tblStyle>
  <a:tblStyle styleId="{5A111915-BE36-4E01-A7E5-04B1672EAD32}" styleName="Helle Formatvorlage 2 - Akzent 5">
    <a:wholeTbl>
      <a:tcTxStyle>
        <a:fontRef idx="minor">
          <a:scrgbClr r="0" g="0" b="0"/>
        </a:fontRef>
        <a:schemeClr val="tx1"/>
      </a:tcTxStyle>
      <a:tcStyle>
        <a:tcBdr>
          <a:left>
            <a:lnRef idx="1">
              <a:schemeClr val="accent5"/>
            </a:lnRef>
          </a:left>
          <a:right>
            <a:lnRef idx="1">
              <a:schemeClr val="accent5"/>
            </a:lnRef>
          </a:right>
          <a:top>
            <a:lnRef idx="1">
              <a:schemeClr val="accent5"/>
            </a:lnRef>
          </a:top>
          <a:bottom>
            <a:lnRef idx="1">
              <a:schemeClr val="accent5"/>
            </a:lnRef>
          </a:bottom>
          <a:insideH>
            <a:ln>
              <a:noFill/>
            </a:ln>
          </a:insideH>
          <a:insideV>
            <a:ln>
              <a:noFill/>
            </a:ln>
          </a:insideV>
        </a:tcBdr>
        <a:fill>
          <a:noFill/>
        </a:fill>
      </a:tcStyle>
    </a:wholeTbl>
    <a:band1H>
      <a:tcStyle>
        <a:tcBdr>
          <a:top>
            <a:lnRef idx="1">
              <a:schemeClr val="accent5"/>
            </a:lnRef>
          </a:top>
          <a:bottom>
            <a:lnRef idx="1">
              <a:schemeClr val="accent5"/>
            </a:lnRef>
          </a:bottom>
        </a:tcBdr>
      </a:tcStyle>
    </a:band1H>
    <a:band1V>
      <a:tcStyle>
        <a:tcBdr>
          <a:left>
            <a:lnRef idx="1">
              <a:schemeClr val="accent5"/>
            </a:lnRef>
          </a:left>
          <a:right>
            <a:lnRef idx="1">
              <a:schemeClr val="accent5"/>
            </a:lnRef>
          </a:right>
        </a:tcBdr>
      </a:tcStyle>
    </a:band1V>
    <a:band2V>
      <a:tcStyle>
        <a:tcBdr>
          <a:left>
            <a:lnRef idx="1">
              <a:schemeClr val="accent5"/>
            </a:lnRef>
          </a:left>
          <a:right>
            <a:lnRef idx="1">
              <a:schemeClr val="accent5"/>
            </a:lnRef>
          </a:right>
        </a:tcBdr>
      </a:tcStyle>
    </a:band2V>
    <a:lastCol>
      <a:tcTxStyle b="on"/>
      <a:tcStyle>
        <a:tcBdr/>
      </a:tcStyle>
    </a:lastCol>
    <a:firstCol>
      <a:tcTxStyle b="on"/>
      <a:tcStyle>
        <a:tcBdr/>
      </a:tcStyle>
    </a:firstCol>
    <a:lastRow>
      <a:tcTxStyle b="on"/>
      <a:tcStyle>
        <a:tcBdr>
          <a:top>
            <a:ln w="50800" cmpd="dbl">
              <a:solidFill>
                <a:schemeClr val="accent5"/>
              </a:solidFill>
            </a:ln>
          </a:top>
        </a:tcBdr>
      </a:tcStyle>
    </a:lastRow>
    <a:firstRow>
      <a:tcTxStyle b="on">
        <a:fontRef idx="minor">
          <a:scrgbClr r="0" g="0" b="0"/>
        </a:fontRef>
        <a:schemeClr val="bg1"/>
      </a:tcTxStyle>
      <a:tcStyle>
        <a:tcBdr/>
        <a:fillRef idx="1">
          <a:schemeClr val="accent5"/>
        </a:fillRef>
      </a:tcStyle>
    </a:firstRow>
  </a:tblStyle>
  <a:tblStyle styleId="{306799F8-075E-4A3A-A7F6-7FBC6576F1A4}" styleName="Designformatvorlage 2 - Akzent 3">
    <a:tblBg>
      <a:fillRef idx="3">
        <a:schemeClr val="accent3"/>
      </a:fillRef>
      <a:effectRef idx="3">
        <a:schemeClr val="accent3"/>
      </a:effectRef>
    </a:tblBg>
    <a:wholeTbl>
      <a:tcTxStyle>
        <a:fontRef idx="minor">
          <a:scrgbClr r="0" g="0" b="0"/>
        </a:fontRef>
        <a:schemeClr val="lt1"/>
      </a:tcTxStyle>
      <a:tcStyle>
        <a:tcBdr>
          <a:left>
            <a:lnRef idx="1">
              <a:schemeClr val="accent3">
                <a:tint val="50000"/>
              </a:schemeClr>
            </a:lnRef>
          </a:left>
          <a:right>
            <a:lnRef idx="1">
              <a:schemeClr val="accent3">
                <a:tint val="50000"/>
              </a:schemeClr>
            </a:lnRef>
          </a:right>
          <a:top>
            <a:lnRef idx="1">
              <a:schemeClr val="accent3">
                <a:tint val="50000"/>
              </a:schemeClr>
            </a:lnRef>
          </a:top>
          <a:bottom>
            <a:lnRef idx="1">
              <a:schemeClr val="accent3">
                <a:tint val="50000"/>
              </a:schemeClr>
            </a:lnRef>
          </a:bottom>
          <a:insideH>
            <a:ln>
              <a:noFill/>
            </a:ln>
          </a:insideH>
          <a:insideV>
            <a:ln>
              <a:noFill/>
            </a:ln>
          </a:insideV>
        </a:tcBdr>
        <a:fill>
          <a:noFill/>
        </a:fill>
      </a:tcStyle>
    </a:wholeTbl>
    <a:band1H>
      <a:tcStyle>
        <a:tcBdr/>
        <a:fill>
          <a:solidFill>
            <a:schemeClr val="lt1">
              <a:alpha val="20000"/>
            </a:schemeClr>
          </a:solidFill>
        </a:fill>
      </a:tcStyle>
    </a:band1H>
    <a:band1V>
      <a:tcStyle>
        <a:tcBdr/>
        <a:fill>
          <a:solidFill>
            <a:schemeClr val="lt1">
              <a:alpha val="20000"/>
            </a:schemeClr>
          </a:solidFill>
        </a:fill>
      </a:tcStyle>
    </a:band1V>
    <a:lastCol>
      <a:tcTxStyle b="on"/>
      <a:tcStyle>
        <a:tcBdr>
          <a:left>
            <a:lnRef idx="2">
              <a:schemeClr val="lt1"/>
            </a:lnRef>
          </a:left>
        </a:tcBdr>
      </a:tcStyle>
    </a:lastCol>
    <a:firstCol>
      <a:tcTxStyle b="on"/>
      <a:tcStyle>
        <a:tcBdr>
          <a:right>
            <a:lnRef idx="2">
              <a:schemeClr val="lt1"/>
            </a:lnRef>
          </a:right>
        </a:tcBdr>
      </a:tcStyle>
    </a:firstCol>
    <a:lastRow>
      <a:tcTxStyle b="on"/>
      <a:tcStyle>
        <a:tcBdr>
          <a:top>
            <a:lnRef idx="2">
              <a:schemeClr val="lt1"/>
            </a:lnRef>
          </a:top>
        </a:tcBdr>
        <a:fill>
          <a:noFill/>
        </a:fill>
      </a:tcStyle>
    </a:lastRow>
    <a:seCell>
      <a:tcStyle>
        <a:tcBdr>
          <a:left>
            <a:ln>
              <a:noFill/>
            </a:ln>
          </a:left>
          <a:top>
            <a:ln>
              <a:noFill/>
            </a:ln>
          </a:top>
        </a:tcBdr>
      </a:tcStyle>
    </a:seCell>
    <a:swCell>
      <a:tcStyle>
        <a:tcBdr>
          <a:right>
            <a:ln>
              <a:noFill/>
            </a:ln>
          </a:right>
          <a:top>
            <a:ln>
              <a:noFill/>
            </a:ln>
          </a:top>
        </a:tcBdr>
      </a:tcStyle>
    </a:swCell>
    <a:firstRow>
      <a:tcTxStyle b="on"/>
      <a:tcStyle>
        <a:tcBdr>
          <a:bottom>
            <a:lnRef idx="3">
              <a:schemeClr val="lt1"/>
            </a:lnRef>
          </a:bottom>
        </a:tcBdr>
        <a:fill>
          <a:noFill/>
        </a:fill>
      </a:tcStyle>
    </a:firstRow>
    <a:neCell>
      <a:tcStyle>
        <a:tcBdr>
          <a:bottom>
            <a:ln>
              <a:noFill/>
            </a:ln>
          </a:bottom>
        </a:tcBdr>
      </a:tcStyle>
    </a:neCell>
  </a:tblStyle>
  <a:tblStyle styleId="{327F97BB-C833-4FB7-BDE5-3F7075034690}" styleName="Designformatvorlage 2 - Akzent 5">
    <a:tblBg>
      <a:fillRef idx="3">
        <a:schemeClr val="accent5"/>
      </a:fillRef>
      <a:effectRef idx="3">
        <a:schemeClr val="accent5"/>
      </a:effectRef>
    </a:tblBg>
    <a:wholeTbl>
      <a:tcTxStyle>
        <a:fontRef idx="minor">
          <a:scrgbClr r="0" g="0" b="0"/>
        </a:fontRef>
        <a:schemeClr val="lt1"/>
      </a:tcTxStyle>
      <a:tcStyle>
        <a:tcBdr>
          <a:left>
            <a:lnRef idx="1">
              <a:schemeClr val="accent5">
                <a:tint val="50000"/>
              </a:schemeClr>
            </a:lnRef>
          </a:left>
          <a:right>
            <a:lnRef idx="1">
              <a:schemeClr val="accent5">
                <a:tint val="50000"/>
              </a:schemeClr>
            </a:lnRef>
          </a:right>
          <a:top>
            <a:lnRef idx="1">
              <a:schemeClr val="accent5">
                <a:tint val="50000"/>
              </a:schemeClr>
            </a:lnRef>
          </a:top>
          <a:bottom>
            <a:lnRef idx="1">
              <a:schemeClr val="accent5">
                <a:tint val="50000"/>
              </a:schemeClr>
            </a:lnRef>
          </a:bottom>
          <a:insideH>
            <a:ln>
              <a:noFill/>
            </a:ln>
          </a:insideH>
          <a:insideV>
            <a:ln>
              <a:noFill/>
            </a:ln>
          </a:insideV>
        </a:tcBdr>
        <a:fill>
          <a:noFill/>
        </a:fill>
      </a:tcStyle>
    </a:wholeTbl>
    <a:band1H>
      <a:tcStyle>
        <a:tcBdr/>
        <a:fill>
          <a:solidFill>
            <a:schemeClr val="lt1">
              <a:alpha val="20000"/>
            </a:schemeClr>
          </a:solidFill>
        </a:fill>
      </a:tcStyle>
    </a:band1H>
    <a:band1V>
      <a:tcStyle>
        <a:tcBdr/>
        <a:fill>
          <a:solidFill>
            <a:schemeClr val="lt1">
              <a:alpha val="20000"/>
            </a:schemeClr>
          </a:solidFill>
        </a:fill>
      </a:tcStyle>
    </a:band1V>
    <a:lastCol>
      <a:tcTxStyle b="on"/>
      <a:tcStyle>
        <a:tcBdr>
          <a:left>
            <a:lnRef idx="2">
              <a:schemeClr val="lt1"/>
            </a:lnRef>
          </a:left>
        </a:tcBdr>
      </a:tcStyle>
    </a:lastCol>
    <a:firstCol>
      <a:tcTxStyle b="on"/>
      <a:tcStyle>
        <a:tcBdr>
          <a:right>
            <a:lnRef idx="2">
              <a:schemeClr val="lt1"/>
            </a:lnRef>
          </a:right>
        </a:tcBdr>
      </a:tcStyle>
    </a:firstCol>
    <a:lastRow>
      <a:tcTxStyle b="on"/>
      <a:tcStyle>
        <a:tcBdr>
          <a:top>
            <a:lnRef idx="2">
              <a:schemeClr val="lt1"/>
            </a:lnRef>
          </a:top>
        </a:tcBdr>
        <a:fill>
          <a:noFill/>
        </a:fill>
      </a:tcStyle>
    </a:lastRow>
    <a:seCell>
      <a:tcStyle>
        <a:tcBdr>
          <a:left>
            <a:ln>
              <a:noFill/>
            </a:ln>
          </a:left>
          <a:top>
            <a:ln>
              <a:noFill/>
            </a:ln>
          </a:top>
        </a:tcBdr>
      </a:tcStyle>
    </a:seCell>
    <a:swCell>
      <a:tcStyle>
        <a:tcBdr>
          <a:right>
            <a:ln>
              <a:noFill/>
            </a:ln>
          </a:right>
          <a:top>
            <a:ln>
              <a:noFill/>
            </a:ln>
          </a:top>
        </a:tcBdr>
      </a:tcStyle>
    </a:swCell>
    <a:firstRow>
      <a:tcTxStyle b="on"/>
      <a:tcStyle>
        <a:tcBdr>
          <a:bottom>
            <a:lnRef idx="3">
              <a:schemeClr val="lt1"/>
            </a:lnRef>
          </a:bottom>
        </a:tcBdr>
        <a:fill>
          <a:noFill/>
        </a:fill>
      </a:tcStyle>
    </a:firstRow>
    <a:neCell>
      <a:tcStyle>
        <a:tcBdr>
          <a:bottom>
            <a:ln>
              <a:noFill/>
            </a:ln>
          </a:bottom>
        </a:tcBdr>
      </a:tcStyle>
    </a:neCell>
  </a:tblStyle>
  <a:tblStyle styleId="{6E25E649-3F16-4E02-A733-19D2CDBF48F0}" styleName="Mittlere Formatvorlage 3 - Akzent 1">
    <a:wholeTbl>
      <a:tcTxStyle>
        <a:fontRef idx="minor">
          <a:scrgbClr r="0" g="0" b="0"/>
        </a:fontRef>
        <a:schemeClr val="dk1"/>
      </a:tcTxStyle>
      <a:tcStyle>
        <a:tcBdr>
          <a:left>
            <a:ln>
              <a:noFill/>
            </a:ln>
          </a:left>
          <a:right>
            <a:ln>
              <a:noFill/>
            </a:ln>
          </a:right>
          <a:top>
            <a:ln w="25400" cmpd="sng">
              <a:solidFill>
                <a:schemeClr val="dk1"/>
              </a:solidFill>
            </a:ln>
          </a:top>
          <a:bottom>
            <a:ln w="25400" cmpd="sng">
              <a:solidFill>
                <a:schemeClr val="dk1"/>
              </a:solidFill>
            </a:ln>
          </a:bottom>
          <a:insideH>
            <a:ln>
              <a:noFill/>
            </a:ln>
          </a:insideH>
          <a:insideV>
            <a:ln>
              <a:noFill/>
            </a:ln>
          </a:insideV>
        </a:tcBdr>
        <a:fill>
          <a:solidFill>
            <a:schemeClr val="lt1"/>
          </a:solidFill>
        </a:fill>
      </a:tcStyle>
    </a:wholeTbl>
    <a:band1H>
      <a:tcStyle>
        <a:tcBdr/>
        <a:fill>
          <a:solidFill>
            <a:schemeClr val="dk1">
              <a:tint val="20000"/>
            </a:schemeClr>
          </a:solidFill>
        </a:fill>
      </a:tcStyle>
    </a:band1H>
    <a:band1V>
      <a:tcStyle>
        <a:tcBdr/>
        <a:fill>
          <a:solidFill>
            <a:schemeClr val="dk1">
              <a:tint val="20000"/>
            </a:schemeClr>
          </a:solidFill>
        </a:fill>
      </a:tcStyle>
    </a:band1V>
    <a:lastCol>
      <a:tcTxStyle b="on">
        <a:fontRef idx="minor">
          <a:scrgbClr r="0" g="0" b="0"/>
        </a:fontRef>
        <a:schemeClr val="lt1"/>
      </a:tcTxStyle>
      <a:tcStyle>
        <a:tcBdr/>
        <a:fill>
          <a:solidFill>
            <a:schemeClr val="accent1"/>
          </a:solidFill>
        </a:fill>
      </a:tcStyle>
    </a:lastCol>
    <a:firstCol>
      <a:tcTxStyle b="on">
        <a:fontRef idx="minor">
          <a:scrgbClr r="0" g="0" b="0"/>
        </a:fontRef>
        <a:schemeClr val="lt1"/>
      </a:tcTxStyle>
      <a:tcStyle>
        <a:tcBdr/>
        <a:fill>
          <a:solidFill>
            <a:schemeClr val="accent1"/>
          </a:solidFill>
        </a:fill>
      </a:tcStyle>
    </a:firstCol>
    <a:lastRow>
      <a:tcTxStyle b="on"/>
      <a:tcStyle>
        <a:tcBdr>
          <a:top>
            <a:ln w="50800" cmpd="dbl">
              <a:solidFill>
                <a:schemeClr val="dk1"/>
              </a:solidFill>
            </a:ln>
          </a:top>
        </a:tcBdr>
        <a:fill>
          <a:solidFill>
            <a:schemeClr val="lt1"/>
          </a:solidFill>
        </a:fill>
      </a:tcStyle>
    </a:lastRow>
    <a:seCell>
      <a:tcTxStyle b="on">
        <a:fontRef idx="minor">
          <a:scrgbClr r="0" g="0" b="0"/>
        </a:fontRef>
        <a:schemeClr val="dk1"/>
      </a:tcTxStyle>
      <a:tcStyle>
        <a:tcBdr/>
      </a:tcStyle>
    </a:seCell>
    <a:swCell>
      <a:tcTxStyle b="on">
        <a:fontRef idx="minor">
          <a:scrgbClr r="0" g="0" b="0"/>
        </a:fontRef>
        <a:schemeClr val="dk1"/>
      </a:tcTxStyle>
      <a:tcStyle>
        <a:tcBdr/>
      </a:tcStyle>
    </a:swCell>
    <a:firstRow>
      <a:tcTxStyle b="on">
        <a:fontRef idx="minor">
          <a:scrgbClr r="0" g="0" b="0"/>
        </a:fontRef>
        <a:schemeClr val="lt1"/>
      </a:tcTxStyle>
      <a:tcStyle>
        <a:tcBdr>
          <a:bottom>
            <a:ln w="25400" cmpd="sng">
              <a:solidFill>
                <a:schemeClr val="dk1"/>
              </a:solidFill>
            </a:ln>
          </a:bottom>
        </a:tcBdr>
        <a:fill>
          <a:solidFill>
            <a:schemeClr val="accent1"/>
          </a:solidFill>
        </a:fill>
      </a:tcStyle>
    </a:firstRow>
  </a:tblStyle>
  <a:tblStyle styleId="{10A1B5D5-9B99-4C35-A422-299274C87663}" styleName="Mittlere Formatvorlage 1 - Akzent 6">
    <a:wholeTbl>
      <a:tcTxStyle>
        <a:fontRef idx="minor">
          <a:scrgbClr r="0" g="0" b="0"/>
        </a:fontRef>
        <a:schemeClr val="dk1"/>
      </a:tcTxStyle>
      <a:tcStyle>
        <a:tcBdr>
          <a:left>
            <a:ln w="12700" cmpd="sng">
              <a:solidFill>
                <a:schemeClr val="accent6"/>
              </a:solidFill>
            </a:ln>
          </a:left>
          <a:right>
            <a:ln w="12700" cmpd="sng">
              <a:solidFill>
                <a:schemeClr val="accent6"/>
              </a:solidFill>
            </a:ln>
          </a:right>
          <a:top>
            <a:ln w="12700" cmpd="sng">
              <a:solidFill>
                <a:schemeClr val="accent6"/>
              </a:solidFill>
            </a:ln>
          </a:top>
          <a:bottom>
            <a:ln w="12700" cmpd="sng">
              <a:solidFill>
                <a:schemeClr val="accent6"/>
              </a:solidFill>
            </a:ln>
          </a:bottom>
          <a:insideH>
            <a:ln w="12700" cmpd="sng">
              <a:solidFill>
                <a:schemeClr val="accent6"/>
              </a:solidFill>
            </a:ln>
          </a:insideH>
          <a:insideV>
            <a:ln>
              <a:noFill/>
            </a:ln>
          </a:insideV>
        </a:tcBdr>
        <a:fill>
          <a:solidFill>
            <a:schemeClr val="lt1"/>
          </a:solidFill>
        </a:fill>
      </a:tcStyle>
    </a:wholeTbl>
    <a:band1H>
      <a:tcStyle>
        <a:tcBdr/>
        <a:fill>
          <a:solidFill>
            <a:schemeClr val="accent6">
              <a:tint val="20000"/>
            </a:schemeClr>
          </a:solidFill>
        </a:fill>
      </a:tcStyle>
    </a:band1H>
    <a:band1V>
      <a:tcStyle>
        <a:tcBdr/>
        <a:fill>
          <a:solidFill>
            <a:schemeClr val="accent6">
              <a:tint val="20000"/>
            </a:schemeClr>
          </a:solidFill>
        </a:fill>
      </a:tcStyle>
    </a:band1V>
    <a:lastCol>
      <a:tcTxStyle b="on"/>
      <a:tcStyle>
        <a:tcBdr/>
      </a:tcStyle>
    </a:lastCol>
    <a:firstCol>
      <a:tcTxStyle b="on"/>
      <a:tcStyle>
        <a:tcBdr/>
      </a:tcStyle>
    </a:firstCol>
    <a:lastRow>
      <a:tcTxStyle b="on"/>
      <a:tcStyle>
        <a:tcBdr>
          <a:top>
            <a:ln w="50800" cmpd="dbl">
              <a:solidFill>
                <a:schemeClr val="accent6"/>
              </a:solidFill>
            </a:ln>
          </a:top>
        </a:tcBdr>
        <a:fill>
          <a:solidFill>
            <a:schemeClr val="lt1"/>
          </a:solidFill>
        </a:fill>
      </a:tcStyle>
    </a:lastRow>
    <a:firstRow>
      <a:tcTxStyle b="on">
        <a:fontRef idx="minor">
          <a:scrgbClr r="0" g="0" b="0"/>
        </a:fontRef>
        <a:schemeClr val="lt1"/>
      </a:tcTxStyle>
      <a:tcStyle>
        <a:tcBdr/>
        <a:fill>
          <a:solidFill>
            <a:schemeClr val="accent6"/>
          </a:solidFill>
        </a:fill>
      </a:tcStyle>
    </a:firstRow>
  </a:tblStyle>
  <a:tblStyle styleId="{85BE263C-DBD7-4A20-BB59-AAB30ACAA65A}" styleName="Mittlere Formatvorlage 3 - Akzent 2">
    <a:wholeTbl>
      <a:tcTxStyle>
        <a:fontRef idx="minor">
          <a:scrgbClr r="0" g="0" b="0"/>
        </a:fontRef>
        <a:schemeClr val="dk1"/>
      </a:tcTxStyle>
      <a:tcStyle>
        <a:tcBdr>
          <a:left>
            <a:ln>
              <a:noFill/>
            </a:ln>
          </a:left>
          <a:right>
            <a:ln>
              <a:noFill/>
            </a:ln>
          </a:right>
          <a:top>
            <a:ln w="25400" cmpd="sng">
              <a:solidFill>
                <a:schemeClr val="dk1"/>
              </a:solidFill>
            </a:ln>
          </a:top>
          <a:bottom>
            <a:ln w="25400" cmpd="sng">
              <a:solidFill>
                <a:schemeClr val="dk1"/>
              </a:solidFill>
            </a:ln>
          </a:bottom>
          <a:insideH>
            <a:ln>
              <a:noFill/>
            </a:ln>
          </a:insideH>
          <a:insideV>
            <a:ln>
              <a:noFill/>
            </a:ln>
          </a:insideV>
        </a:tcBdr>
        <a:fill>
          <a:solidFill>
            <a:schemeClr val="lt1"/>
          </a:solidFill>
        </a:fill>
      </a:tcStyle>
    </a:wholeTbl>
    <a:band1H>
      <a:tcStyle>
        <a:tcBdr/>
        <a:fill>
          <a:solidFill>
            <a:schemeClr val="dk1">
              <a:tint val="20000"/>
            </a:schemeClr>
          </a:solidFill>
        </a:fill>
      </a:tcStyle>
    </a:band1H>
    <a:band1V>
      <a:tcStyle>
        <a:tcBdr/>
        <a:fill>
          <a:solidFill>
            <a:schemeClr val="dk1">
              <a:tint val="20000"/>
            </a:schemeClr>
          </a:solidFill>
        </a:fill>
      </a:tcStyle>
    </a:band1V>
    <a:lastCol>
      <a:tcTxStyle b="on">
        <a:fontRef idx="minor">
          <a:scrgbClr r="0" g="0" b="0"/>
        </a:fontRef>
        <a:schemeClr val="lt1"/>
      </a:tcTxStyle>
      <a:tcStyle>
        <a:tcBdr/>
        <a:fill>
          <a:solidFill>
            <a:schemeClr val="accent2"/>
          </a:solidFill>
        </a:fill>
      </a:tcStyle>
    </a:lastCol>
    <a:firstCol>
      <a:tcTxStyle b="on">
        <a:fontRef idx="minor">
          <a:scrgbClr r="0" g="0" b="0"/>
        </a:fontRef>
        <a:schemeClr val="lt1"/>
      </a:tcTxStyle>
      <a:tcStyle>
        <a:tcBdr/>
        <a:fill>
          <a:solidFill>
            <a:schemeClr val="accent2"/>
          </a:solidFill>
        </a:fill>
      </a:tcStyle>
    </a:firstCol>
    <a:lastRow>
      <a:tcTxStyle b="on"/>
      <a:tcStyle>
        <a:tcBdr>
          <a:top>
            <a:ln w="50800" cmpd="dbl">
              <a:solidFill>
                <a:schemeClr val="dk1"/>
              </a:solidFill>
            </a:ln>
          </a:top>
        </a:tcBdr>
        <a:fill>
          <a:solidFill>
            <a:schemeClr val="lt1"/>
          </a:solidFill>
        </a:fill>
      </a:tcStyle>
    </a:lastRow>
    <a:seCell>
      <a:tcTxStyle b="on">
        <a:fontRef idx="minor">
          <a:scrgbClr r="0" g="0" b="0"/>
        </a:fontRef>
        <a:schemeClr val="dk1"/>
      </a:tcTxStyle>
      <a:tcStyle>
        <a:tcBdr/>
      </a:tcStyle>
    </a:seCell>
    <a:swCell>
      <a:tcTxStyle b="on">
        <a:fontRef idx="minor">
          <a:scrgbClr r="0" g="0" b="0"/>
        </a:fontRef>
        <a:schemeClr val="dk1"/>
      </a:tcTxStyle>
      <a:tcStyle>
        <a:tcBdr/>
      </a:tcStyle>
    </a:swCell>
    <a:firstRow>
      <a:tcTxStyle b="on">
        <a:fontRef idx="minor">
          <a:scrgbClr r="0" g="0" b="0"/>
        </a:fontRef>
        <a:schemeClr val="lt1"/>
      </a:tcTxStyle>
      <a:tcStyle>
        <a:tcBdr>
          <a:bottom>
            <a:ln w="25400" cmpd="sng">
              <a:solidFill>
                <a:schemeClr val="dk1"/>
              </a:solidFill>
            </a:ln>
          </a:bottom>
        </a:tcBdr>
        <a:fill>
          <a:solidFill>
            <a:schemeClr val="accent2"/>
          </a:solidFill>
        </a:fill>
      </a:tcStyle>
    </a:firstRow>
  </a:tblStyle>
  <a:tblStyle styleId="{EB344D84-9AFB-497E-A393-DC336BA19D2E}" styleName="Mittlere Formatvorlage 3 - Akzent 3">
    <a:wholeTbl>
      <a:tcTxStyle>
        <a:fontRef idx="minor">
          <a:scrgbClr r="0" g="0" b="0"/>
        </a:fontRef>
        <a:schemeClr val="dk1"/>
      </a:tcTxStyle>
      <a:tcStyle>
        <a:tcBdr>
          <a:left>
            <a:ln>
              <a:noFill/>
            </a:ln>
          </a:left>
          <a:right>
            <a:ln>
              <a:noFill/>
            </a:ln>
          </a:right>
          <a:top>
            <a:ln w="25400" cmpd="sng">
              <a:solidFill>
                <a:schemeClr val="dk1"/>
              </a:solidFill>
            </a:ln>
          </a:top>
          <a:bottom>
            <a:ln w="25400" cmpd="sng">
              <a:solidFill>
                <a:schemeClr val="dk1"/>
              </a:solidFill>
            </a:ln>
          </a:bottom>
          <a:insideH>
            <a:ln>
              <a:noFill/>
            </a:ln>
          </a:insideH>
          <a:insideV>
            <a:ln>
              <a:noFill/>
            </a:ln>
          </a:insideV>
        </a:tcBdr>
        <a:fill>
          <a:solidFill>
            <a:schemeClr val="lt1"/>
          </a:solidFill>
        </a:fill>
      </a:tcStyle>
    </a:wholeTbl>
    <a:band1H>
      <a:tcStyle>
        <a:tcBdr/>
        <a:fill>
          <a:solidFill>
            <a:schemeClr val="dk1">
              <a:tint val="20000"/>
            </a:schemeClr>
          </a:solidFill>
        </a:fill>
      </a:tcStyle>
    </a:band1H>
    <a:band1V>
      <a:tcStyle>
        <a:tcBdr/>
        <a:fill>
          <a:solidFill>
            <a:schemeClr val="dk1">
              <a:tint val="20000"/>
            </a:schemeClr>
          </a:solidFill>
        </a:fill>
      </a:tcStyle>
    </a:band1V>
    <a:lastCol>
      <a:tcTxStyle b="on">
        <a:fontRef idx="minor">
          <a:scrgbClr r="0" g="0" b="0"/>
        </a:fontRef>
        <a:schemeClr val="lt1"/>
      </a:tcTxStyle>
      <a:tcStyle>
        <a:tcBdr/>
        <a:fill>
          <a:solidFill>
            <a:schemeClr val="accent3"/>
          </a:solidFill>
        </a:fill>
      </a:tcStyle>
    </a:lastCol>
    <a:firstCol>
      <a:tcTxStyle b="on">
        <a:fontRef idx="minor">
          <a:scrgbClr r="0" g="0" b="0"/>
        </a:fontRef>
        <a:schemeClr val="lt1"/>
      </a:tcTxStyle>
      <a:tcStyle>
        <a:tcBdr/>
        <a:fill>
          <a:solidFill>
            <a:schemeClr val="accent3"/>
          </a:solidFill>
        </a:fill>
      </a:tcStyle>
    </a:firstCol>
    <a:lastRow>
      <a:tcTxStyle b="on"/>
      <a:tcStyle>
        <a:tcBdr>
          <a:top>
            <a:ln w="50800" cmpd="dbl">
              <a:solidFill>
                <a:schemeClr val="dk1"/>
              </a:solidFill>
            </a:ln>
          </a:top>
        </a:tcBdr>
        <a:fill>
          <a:solidFill>
            <a:schemeClr val="lt1"/>
          </a:solidFill>
        </a:fill>
      </a:tcStyle>
    </a:lastRow>
    <a:seCell>
      <a:tcTxStyle b="on">
        <a:fontRef idx="minor">
          <a:scrgbClr r="0" g="0" b="0"/>
        </a:fontRef>
        <a:schemeClr val="dk1"/>
      </a:tcTxStyle>
      <a:tcStyle>
        <a:tcBdr/>
      </a:tcStyle>
    </a:seCell>
    <a:swCell>
      <a:tcTxStyle b="on">
        <a:fontRef idx="minor">
          <a:scrgbClr r="0" g="0" b="0"/>
        </a:fontRef>
        <a:schemeClr val="dk1"/>
      </a:tcTxStyle>
      <a:tcStyle>
        <a:tcBdr/>
      </a:tcStyle>
    </a:swCell>
    <a:firstRow>
      <a:tcTxStyle b="on">
        <a:fontRef idx="minor">
          <a:scrgbClr r="0" g="0" b="0"/>
        </a:fontRef>
        <a:schemeClr val="lt1"/>
      </a:tcTxStyle>
      <a:tcStyle>
        <a:tcBdr>
          <a:bottom>
            <a:ln w="25400" cmpd="sng">
              <a:solidFill>
                <a:schemeClr val="dk1"/>
              </a:solidFill>
            </a:ln>
          </a:bottom>
        </a:tcBdr>
        <a:fill>
          <a:solidFill>
            <a:schemeClr val="accent3"/>
          </a:solidFill>
        </a:fill>
      </a:tcStyle>
    </a:firstRow>
  </a:tblStyle>
  <a:tblStyle styleId="{D27102A9-8310-4765-A935-A1911B00CA55}" styleName="Helle Formatvorlage 1 - Akzent 4">
    <a:wholeTbl>
      <a:tcTxStyle>
        <a:fontRef idx="minor">
          <a:scrgbClr r="0" g="0" b="0"/>
        </a:fontRef>
        <a:schemeClr val="tx1"/>
      </a:tcTxStyle>
      <a:tcStyle>
        <a:tcBdr>
          <a:left>
            <a:ln>
              <a:noFill/>
            </a:ln>
          </a:left>
          <a:right>
            <a:ln>
              <a:noFill/>
            </a:ln>
          </a:right>
          <a:top>
            <a:ln w="12700" cmpd="sng">
              <a:solidFill>
                <a:schemeClr val="accent4"/>
              </a:solidFill>
            </a:ln>
          </a:top>
          <a:bottom>
            <a:ln w="12700" cmpd="sng">
              <a:solidFill>
                <a:schemeClr val="accent4"/>
              </a:solidFill>
            </a:ln>
          </a:bottom>
          <a:insideH>
            <a:ln>
              <a:noFill/>
            </a:ln>
          </a:insideH>
          <a:insideV>
            <a:ln>
              <a:noFill/>
            </a:ln>
          </a:insideV>
        </a:tcBdr>
        <a:fill>
          <a:noFill/>
        </a:fill>
      </a:tcStyle>
    </a:wholeTbl>
    <a:band1H>
      <a:tcStyle>
        <a:tcBdr/>
        <a:fill>
          <a:solidFill>
            <a:schemeClr val="accent4">
              <a:alpha val="20000"/>
            </a:schemeClr>
          </a:solidFill>
        </a:fill>
      </a:tcStyle>
    </a:band1H>
    <a:band2H>
      <a:tcStyle>
        <a:tcBdr/>
      </a:tcStyle>
    </a:band2H>
    <a:band1V>
      <a:tcStyle>
        <a:tcBdr/>
        <a:fill>
          <a:solidFill>
            <a:schemeClr val="accent4">
              <a:alpha val="20000"/>
            </a:schemeClr>
          </a:solidFill>
        </a:fill>
      </a:tcStyle>
    </a:band1V>
    <a:lastCol>
      <a:tcTxStyle b="on"/>
      <a:tcStyle>
        <a:tcBdr/>
      </a:tcStyle>
    </a:lastCol>
    <a:firstCol>
      <a:tcTxStyle b="on"/>
      <a:tcStyle>
        <a:tcBdr/>
      </a:tcStyle>
    </a:firstCol>
    <a:lastRow>
      <a:tcTxStyle b="on"/>
      <a:tcStyle>
        <a:tcBdr>
          <a:top>
            <a:ln w="12700" cmpd="sng">
              <a:solidFill>
                <a:schemeClr val="accent4"/>
              </a:solidFill>
            </a:ln>
          </a:top>
        </a:tcBdr>
        <a:fill>
          <a:noFill/>
        </a:fill>
      </a:tcStyle>
    </a:lastRow>
    <a:firstRow>
      <a:tcTxStyle b="on"/>
      <a:tcStyle>
        <a:tcBdr>
          <a:bottom>
            <a:ln w="12700" cmpd="sng">
              <a:solidFill>
                <a:schemeClr val="accent4"/>
              </a:solidFill>
            </a:ln>
          </a:bottom>
        </a:tcBdr>
        <a:fill>
          <a:noFill/>
        </a:fill>
      </a:tcStyle>
    </a:firstRow>
  </a:tblStyle>
  <a:tblStyle styleId="{5FD0F851-EC5A-4D38-B0AD-8093EC10F338}" styleName="Helle Formatvorlage 1 - Akzent 5">
    <a:wholeTbl>
      <a:tcTxStyle>
        <a:fontRef idx="minor">
          <a:scrgbClr r="0" g="0" b="0"/>
        </a:fontRef>
        <a:schemeClr val="tx1"/>
      </a:tcTxStyle>
      <a:tcStyle>
        <a:tcBdr>
          <a:left>
            <a:ln>
              <a:noFill/>
            </a:ln>
          </a:left>
          <a:right>
            <a:ln>
              <a:noFill/>
            </a:ln>
          </a:right>
          <a:top>
            <a:ln w="12700" cmpd="sng">
              <a:solidFill>
                <a:schemeClr val="accent5"/>
              </a:solidFill>
            </a:ln>
          </a:top>
          <a:bottom>
            <a:ln w="12700" cmpd="sng">
              <a:solidFill>
                <a:schemeClr val="accent5"/>
              </a:solidFill>
            </a:ln>
          </a:bottom>
          <a:insideH>
            <a:ln>
              <a:noFill/>
            </a:ln>
          </a:insideH>
          <a:insideV>
            <a:ln>
              <a:noFill/>
            </a:ln>
          </a:insideV>
        </a:tcBdr>
        <a:fill>
          <a:noFill/>
        </a:fill>
      </a:tcStyle>
    </a:wholeTbl>
    <a:band1H>
      <a:tcStyle>
        <a:tcBdr/>
        <a:fill>
          <a:solidFill>
            <a:schemeClr val="accent5">
              <a:alpha val="20000"/>
            </a:schemeClr>
          </a:solidFill>
        </a:fill>
      </a:tcStyle>
    </a:band1H>
    <a:band2H>
      <a:tcStyle>
        <a:tcBdr/>
      </a:tcStyle>
    </a:band2H>
    <a:band1V>
      <a:tcStyle>
        <a:tcBdr/>
        <a:fill>
          <a:solidFill>
            <a:schemeClr val="accent5">
              <a:alpha val="20000"/>
            </a:schemeClr>
          </a:solidFill>
        </a:fill>
      </a:tcStyle>
    </a:band1V>
    <a:lastCol>
      <a:tcTxStyle b="on"/>
      <a:tcStyle>
        <a:tcBdr/>
      </a:tcStyle>
    </a:lastCol>
    <a:firstCol>
      <a:tcTxStyle b="on"/>
      <a:tcStyle>
        <a:tcBdr/>
      </a:tcStyle>
    </a:firstCol>
    <a:lastRow>
      <a:tcTxStyle b="on"/>
      <a:tcStyle>
        <a:tcBdr>
          <a:top>
            <a:ln w="12700" cmpd="sng">
              <a:solidFill>
                <a:schemeClr val="accent5"/>
              </a:solidFill>
            </a:ln>
          </a:top>
        </a:tcBdr>
        <a:fill>
          <a:noFill/>
        </a:fill>
      </a:tcStyle>
    </a:lastRow>
    <a:firstRow>
      <a:tcTxStyle b="on"/>
      <a:tcStyle>
        <a:tcBdr>
          <a:bottom>
            <a:ln w="12700" cmpd="sng">
              <a:solidFill>
                <a:schemeClr val="accent5"/>
              </a:solidFill>
            </a:ln>
          </a:bottom>
        </a:tcBdr>
        <a:fill>
          <a:noFill/>
        </a:fill>
      </a:tcStyle>
    </a:firstRow>
  </a:tblStyle>
  <a:tblStyle styleId="{5940675A-B579-460E-94D1-54222C63F5DA}" styleName="Keine Formatvorlage, Tabellenraster">
    <a:wholeTbl>
      <a:tcTxStyle>
        <a:fontRef idx="minor">
          <a:scrgbClr r="0" g="0" b="0"/>
        </a:fontRef>
        <a:schemeClr val="tx1"/>
      </a:tcTxStyle>
      <a:tcStyle>
        <a:tcBdr>
          <a:left>
            <a:ln w="12700" cmpd="sng">
              <a:solidFill>
                <a:schemeClr val="tx1"/>
              </a:solidFill>
            </a:ln>
          </a:left>
          <a:right>
            <a:ln w="12700" cmpd="sng">
              <a:solidFill>
                <a:schemeClr val="tx1"/>
              </a:solidFill>
            </a:ln>
          </a:right>
          <a:top>
            <a:ln w="12700" cmpd="sng">
              <a:solidFill>
                <a:schemeClr val="tx1"/>
              </a:solidFill>
            </a:ln>
          </a:top>
          <a:bottom>
            <a:ln w="12700" cmpd="sng">
              <a:solidFill>
                <a:schemeClr val="tx1"/>
              </a:solidFill>
            </a:ln>
          </a:bottom>
          <a:insideH>
            <a:ln w="12700" cmpd="sng">
              <a:solidFill>
                <a:schemeClr val="tx1"/>
              </a:solidFill>
            </a:ln>
          </a:insideH>
          <a:insideV>
            <a:ln w="12700" cmpd="sng">
              <a:solidFill>
                <a:schemeClr val="tx1"/>
              </a:solidFill>
            </a:ln>
          </a:insideV>
        </a:tcBdr>
        <a:fill>
          <a:noFill/>
        </a:fill>
      </a:tcStyle>
    </a:wholeTbl>
  </a:tblStyle>
  <a:tblStyle styleId="{68D230F3-CF80-4859-8CE7-A43EE81993B5}" styleName="Helle Formatvorlage 1 - Akzent 6">
    <a:wholeTbl>
      <a:tcTxStyle>
        <a:fontRef idx="minor">
          <a:scrgbClr r="0" g="0" b="0"/>
        </a:fontRef>
        <a:schemeClr val="tx1"/>
      </a:tcTxStyle>
      <a:tcStyle>
        <a:tcBdr>
          <a:left>
            <a:ln>
              <a:noFill/>
            </a:ln>
          </a:left>
          <a:right>
            <a:ln>
              <a:noFill/>
            </a:ln>
          </a:right>
          <a:top>
            <a:ln w="12700" cmpd="sng">
              <a:solidFill>
                <a:schemeClr val="accent6"/>
              </a:solidFill>
            </a:ln>
          </a:top>
          <a:bottom>
            <a:ln w="12700" cmpd="sng">
              <a:solidFill>
                <a:schemeClr val="accent6"/>
              </a:solidFill>
            </a:ln>
          </a:bottom>
          <a:insideH>
            <a:ln>
              <a:noFill/>
            </a:ln>
          </a:insideH>
          <a:insideV>
            <a:ln>
              <a:noFill/>
            </a:ln>
          </a:insideV>
        </a:tcBdr>
        <a:fill>
          <a:noFill/>
        </a:fill>
      </a:tcStyle>
    </a:wholeTbl>
    <a:band1H>
      <a:tcStyle>
        <a:tcBdr/>
        <a:fill>
          <a:solidFill>
            <a:schemeClr val="accent6">
              <a:alpha val="20000"/>
            </a:schemeClr>
          </a:solidFill>
        </a:fill>
      </a:tcStyle>
    </a:band1H>
    <a:band2H>
      <a:tcStyle>
        <a:tcBdr/>
      </a:tcStyle>
    </a:band2H>
    <a:band1V>
      <a:tcStyle>
        <a:tcBdr/>
        <a:fill>
          <a:solidFill>
            <a:schemeClr val="accent6">
              <a:alpha val="20000"/>
            </a:schemeClr>
          </a:solidFill>
        </a:fill>
      </a:tcStyle>
    </a:band1V>
    <a:lastCol>
      <a:tcTxStyle b="on"/>
      <a:tcStyle>
        <a:tcBdr/>
      </a:tcStyle>
    </a:lastCol>
    <a:firstCol>
      <a:tcTxStyle b="on"/>
      <a:tcStyle>
        <a:tcBdr/>
      </a:tcStyle>
    </a:firstCol>
    <a:lastRow>
      <a:tcTxStyle b="on"/>
      <a:tcStyle>
        <a:tcBdr>
          <a:top>
            <a:ln w="12700" cmpd="sng">
              <a:solidFill>
                <a:schemeClr val="accent6"/>
              </a:solidFill>
            </a:ln>
          </a:top>
        </a:tcBdr>
        <a:fill>
          <a:noFill/>
        </a:fill>
      </a:tcStyle>
    </a:lastRow>
    <a:firstRow>
      <a:tcTxStyle b="on"/>
      <a:tcStyle>
        <a:tcBdr>
          <a:bottom>
            <a:ln w="12700" cmpd="sng">
              <a:solidFill>
                <a:schemeClr val="accent6"/>
              </a:solidFill>
            </a:ln>
          </a:bottom>
        </a:tcBdr>
        <a:fill>
          <a:noFill/>
        </a:fill>
      </a:tcStyle>
    </a:firstRow>
  </a:tblStyle>
  <a:tblStyle styleId="{D7AC3CCA-C797-4891-BE02-D94E43425B78}" styleName="Mittlere Formatvorlage 4">
    <a:wholeTbl>
      <a:tcTxStyle>
        <a:fontRef idx="minor">
          <a:scrgbClr r="0" g="0" b="0"/>
        </a:fontRef>
        <a:schemeClr val="dk1"/>
      </a:tcTxStyle>
      <a:tcStyle>
        <a:tcBdr>
          <a:left>
            <a:ln w="12700" cmpd="sng">
              <a:solidFill>
                <a:schemeClr val="dk1"/>
              </a:solidFill>
            </a:ln>
          </a:left>
          <a:right>
            <a:ln w="12700" cmpd="sng">
              <a:solidFill>
                <a:schemeClr val="dk1"/>
              </a:solidFill>
            </a:ln>
          </a:right>
          <a:top>
            <a:ln w="12700" cmpd="sng">
              <a:solidFill>
                <a:schemeClr val="dk1"/>
              </a:solidFill>
            </a:ln>
          </a:top>
          <a:bottom>
            <a:ln w="12700" cmpd="sng">
              <a:solidFill>
                <a:schemeClr val="dk1"/>
              </a:solidFill>
            </a:ln>
          </a:bottom>
          <a:insideH>
            <a:ln w="12700" cmpd="sng">
              <a:solidFill>
                <a:schemeClr val="dk1"/>
              </a:solidFill>
            </a:ln>
          </a:insideH>
          <a:insideV>
            <a:ln w="12700" cmpd="sng">
              <a:solidFill>
                <a:schemeClr val="dk1"/>
              </a:solidFill>
            </a:ln>
          </a:insideV>
        </a:tcBdr>
        <a:fill>
          <a:solidFill>
            <a:schemeClr val="dk1">
              <a:tint val="20000"/>
            </a:schemeClr>
          </a:solidFill>
        </a:fill>
      </a:tcStyle>
    </a:wholeTbl>
    <a:band1H>
      <a:tcStyle>
        <a:tcBdr/>
        <a:fill>
          <a:solidFill>
            <a:schemeClr val="dk1">
              <a:tint val="40000"/>
            </a:schemeClr>
          </a:solidFill>
        </a:fill>
      </a:tcStyle>
    </a:band1H>
    <a:band1V>
      <a:tcStyle>
        <a:tcBdr/>
        <a:fill>
          <a:solidFill>
            <a:schemeClr val="dk1">
              <a:tint val="40000"/>
            </a:schemeClr>
          </a:solidFill>
        </a:fill>
      </a:tcStyle>
    </a:band1V>
    <a:lastCol>
      <a:tcTxStyle b="on"/>
      <a:tcStyle>
        <a:tcBdr/>
      </a:tcStyle>
    </a:lastCol>
    <a:firstCol>
      <a:tcTxStyle b="on"/>
      <a:tcStyle>
        <a:tcBdr/>
      </a:tcStyle>
    </a:firstCol>
    <a:lastRow>
      <a:tcTxStyle b="on"/>
      <a:tcStyle>
        <a:tcBdr>
          <a:top>
            <a:ln w="25400" cmpd="sng">
              <a:solidFill>
                <a:schemeClr val="dk1"/>
              </a:solidFill>
            </a:ln>
          </a:top>
        </a:tcBdr>
        <a:fill>
          <a:solidFill>
            <a:schemeClr val="dk1">
              <a:tint val="20000"/>
            </a:schemeClr>
          </a:solidFill>
        </a:fill>
      </a:tcStyle>
    </a:lastRow>
    <a:firstRow>
      <a:tcTxStyle b="on"/>
      <a:tcStyle>
        <a:tcBdr/>
        <a:fill>
          <a:solidFill>
            <a:schemeClr val="dk1">
              <a:tint val="20000"/>
            </a:schemeClr>
          </a:solidFill>
        </a:fill>
      </a:tcStyle>
    </a:firstRow>
  </a:tblStyle>
  <a:tblStyle styleId="{E929F9F4-4A8F-4326-A1B4-22849713DDAB}" styleName="Dunkle Formatvorlage 1 - Akzent 4">
    <a:wholeTbl>
      <a:tcTxStyle>
        <a:fontRef idx="minor">
          <a:scrgbClr r="0" g="0" b="0"/>
        </a:fontRef>
        <a:schemeClr val="lt1"/>
      </a:tcTxStyle>
      <a:tcStyle>
        <a:tcBdr>
          <a:left>
            <a:ln>
              <a:noFill/>
            </a:ln>
          </a:left>
          <a:right>
            <a:ln>
              <a:noFill/>
            </a:ln>
          </a:right>
          <a:top>
            <a:ln>
              <a:noFill/>
            </a:ln>
          </a:top>
          <a:bottom>
            <a:ln>
              <a:noFill/>
            </a:ln>
          </a:bottom>
          <a:insideH>
            <a:ln>
              <a:noFill/>
            </a:ln>
          </a:insideH>
          <a:insideV>
            <a:ln>
              <a:noFill/>
            </a:ln>
          </a:insideV>
        </a:tcBdr>
        <a:fill>
          <a:solidFill>
            <a:schemeClr val="accent4"/>
          </a:solidFill>
        </a:fill>
      </a:tcStyle>
    </a:wholeTbl>
    <a:band1H>
      <a:tcStyle>
        <a:tcBdr/>
        <a:fill>
          <a:solidFill>
            <a:schemeClr val="accent4">
              <a:shade val="60000"/>
            </a:schemeClr>
          </a:solidFill>
        </a:fill>
      </a:tcStyle>
    </a:band1H>
    <a:band1V>
      <a:tcStyle>
        <a:tcBdr/>
        <a:fill>
          <a:solidFill>
            <a:schemeClr val="accent4">
              <a:shade val="60000"/>
            </a:schemeClr>
          </a:solidFill>
        </a:fill>
      </a:tcStyle>
    </a:band1V>
    <a:lastCol>
      <a:tcTxStyle b="on"/>
      <a:tcStyle>
        <a:tcBdr>
          <a:left>
            <a:ln w="25400" cmpd="sng">
              <a:solidFill>
                <a:schemeClr val="lt1"/>
              </a:solidFill>
            </a:ln>
          </a:left>
        </a:tcBdr>
        <a:fill>
          <a:solidFill>
            <a:schemeClr val="accent4">
              <a:shade val="60000"/>
            </a:schemeClr>
          </a:solidFill>
        </a:fill>
      </a:tcStyle>
    </a:lastCol>
    <a:firstCol>
      <a:tcTxStyle b="on"/>
      <a:tcStyle>
        <a:tcBdr>
          <a:right>
            <a:ln w="25400" cmpd="sng">
              <a:solidFill>
                <a:schemeClr val="lt1"/>
              </a:solidFill>
            </a:ln>
          </a:right>
        </a:tcBdr>
        <a:fill>
          <a:solidFill>
            <a:schemeClr val="accent4">
              <a:shade val="60000"/>
            </a:schemeClr>
          </a:solidFill>
        </a:fill>
      </a:tcStyle>
    </a:firstCol>
    <a:lastRow>
      <a:tcTxStyle b="on"/>
      <a:tcStyle>
        <a:tcBdr>
          <a:top>
            <a:ln w="25400" cmpd="sng">
              <a:solidFill>
                <a:schemeClr val="lt1"/>
              </a:solidFill>
            </a:ln>
          </a:top>
        </a:tcBdr>
        <a:fill>
          <a:solidFill>
            <a:schemeClr val="accent4">
              <a:shade val="40000"/>
            </a:schemeClr>
          </a:solidFill>
        </a:fill>
      </a:tcStyle>
    </a:lastRow>
    <a:seCell>
      <a:tcStyle>
        <a:tcBdr>
          <a:left>
            <a:ln>
              <a:noFill/>
            </a:ln>
          </a:left>
        </a:tcBdr>
      </a:tcStyle>
    </a:seCell>
    <a:swCell>
      <a:tcStyle>
        <a:tcBdr>
          <a:right>
            <a:ln>
              <a:noFill/>
            </a:ln>
          </a:right>
        </a:tcBdr>
      </a:tcStyle>
    </a:swCell>
    <a:firstRow>
      <a:tcTxStyle b="on"/>
      <a:tcStyle>
        <a:tcBdr>
          <a:bottom>
            <a:ln w="25400" cmpd="sng">
              <a:solidFill>
                <a:schemeClr val="lt1"/>
              </a:solidFill>
            </a:ln>
          </a:bottom>
        </a:tcBdr>
        <a:fill>
          <a:solidFill>
            <a:schemeClr val="dk1"/>
          </a:solidFill>
        </a:fill>
      </a:tcStyle>
    </a:firstRow>
    <a:neCell>
      <a:tcStyle>
        <a:tcBdr>
          <a:left>
            <a:ln>
              <a:noFill/>
            </a:ln>
          </a:left>
        </a:tcBdr>
      </a:tcStyle>
    </a:neCell>
    <a:nwCell>
      <a:tcStyle>
        <a:tcBdr>
          <a:right>
            <a:ln>
              <a:noFill/>
            </a:ln>
          </a:right>
        </a:tcBdr>
      </a:tcStyle>
    </a:nwCell>
  </a:tblStyle>
  <a:tblStyle styleId="{912C8C85-51F0-491E-9774-3900AFEF0FD7}" styleName="Helle Formatvorlage 2 - Akzent 6">
    <a:wholeTbl>
      <a:tcTxStyle>
        <a:fontRef idx="minor">
          <a:scrgbClr r="0" g="0" b="0"/>
        </a:fontRef>
        <a:schemeClr val="tx1"/>
      </a:tcTxStyle>
      <a:tcStyle>
        <a:tcBdr>
          <a:left>
            <a:lnRef idx="1">
              <a:schemeClr val="accent6"/>
            </a:lnRef>
          </a:left>
          <a:right>
            <a:lnRef idx="1">
              <a:schemeClr val="accent6"/>
            </a:lnRef>
          </a:right>
          <a:top>
            <a:lnRef idx="1">
              <a:schemeClr val="accent6"/>
            </a:lnRef>
          </a:top>
          <a:bottom>
            <a:lnRef idx="1">
              <a:schemeClr val="accent6"/>
            </a:lnRef>
          </a:bottom>
          <a:insideH>
            <a:ln>
              <a:noFill/>
            </a:ln>
          </a:insideH>
          <a:insideV>
            <a:ln>
              <a:noFill/>
            </a:ln>
          </a:insideV>
        </a:tcBdr>
        <a:fill>
          <a:noFill/>
        </a:fill>
      </a:tcStyle>
    </a:wholeTbl>
    <a:band1H>
      <a:tcStyle>
        <a:tcBdr>
          <a:top>
            <a:lnRef idx="1">
              <a:schemeClr val="accent6"/>
            </a:lnRef>
          </a:top>
          <a:bottom>
            <a:lnRef idx="1">
              <a:schemeClr val="accent6"/>
            </a:lnRef>
          </a:bottom>
        </a:tcBdr>
      </a:tcStyle>
    </a:band1H>
    <a:band1V>
      <a:tcStyle>
        <a:tcBdr>
          <a:left>
            <a:lnRef idx="1">
              <a:schemeClr val="accent6"/>
            </a:lnRef>
          </a:left>
          <a:right>
            <a:lnRef idx="1">
              <a:schemeClr val="accent6"/>
            </a:lnRef>
          </a:right>
        </a:tcBdr>
      </a:tcStyle>
    </a:band1V>
    <a:band2V>
      <a:tcStyle>
        <a:tcBdr>
          <a:left>
            <a:lnRef idx="1">
              <a:schemeClr val="accent6"/>
            </a:lnRef>
          </a:left>
          <a:right>
            <a:lnRef idx="1">
              <a:schemeClr val="accent6"/>
            </a:lnRef>
          </a:right>
        </a:tcBdr>
      </a:tcStyle>
    </a:band2V>
    <a:lastCol>
      <a:tcTxStyle b="on"/>
      <a:tcStyle>
        <a:tcBdr/>
      </a:tcStyle>
    </a:lastCol>
    <a:firstCol>
      <a:tcTxStyle b="on"/>
      <a:tcStyle>
        <a:tcBdr/>
      </a:tcStyle>
    </a:firstCol>
    <a:lastRow>
      <a:tcTxStyle b="on"/>
      <a:tcStyle>
        <a:tcBdr>
          <a:top>
            <a:ln w="50800" cmpd="dbl">
              <a:solidFill>
                <a:schemeClr val="accent6"/>
              </a:solidFill>
            </a:ln>
          </a:top>
        </a:tcBdr>
      </a:tcStyle>
    </a:lastRow>
    <a:firstRow>
      <a:tcTxStyle b="on">
        <a:fontRef idx="minor">
          <a:scrgbClr r="0" g="0" b="0"/>
        </a:fontRef>
        <a:schemeClr val="bg1"/>
      </a:tcTxStyle>
      <a:tcStyle>
        <a:tcBdr/>
        <a:fillRef idx="1">
          <a:schemeClr val="accent6"/>
        </a:fillRef>
      </a:tcStyle>
    </a:firstRow>
  </a:tblStyle>
  <a:tblStyle styleId="{E269D01E-BC32-4049-B463-5C60D7B0CCD2}" styleName="Designformatvorlage 2 - Akzent 4">
    <a:tblBg>
      <a:fillRef idx="3">
        <a:schemeClr val="accent4"/>
      </a:fillRef>
      <a:effectRef idx="3">
        <a:schemeClr val="accent4"/>
      </a:effectRef>
    </a:tblBg>
    <a:wholeTbl>
      <a:tcTxStyle>
        <a:fontRef idx="minor">
          <a:scrgbClr r="0" g="0" b="0"/>
        </a:fontRef>
        <a:schemeClr val="lt1"/>
      </a:tcTxStyle>
      <a:tcStyle>
        <a:tcBdr>
          <a:left>
            <a:lnRef idx="1">
              <a:schemeClr val="accent4">
                <a:tint val="50000"/>
              </a:schemeClr>
            </a:lnRef>
          </a:left>
          <a:right>
            <a:lnRef idx="1">
              <a:schemeClr val="accent4">
                <a:tint val="50000"/>
              </a:schemeClr>
            </a:lnRef>
          </a:right>
          <a:top>
            <a:lnRef idx="1">
              <a:schemeClr val="accent4">
                <a:tint val="50000"/>
              </a:schemeClr>
            </a:lnRef>
          </a:top>
          <a:bottom>
            <a:lnRef idx="1">
              <a:schemeClr val="accent4">
                <a:tint val="50000"/>
              </a:schemeClr>
            </a:lnRef>
          </a:bottom>
          <a:insideH>
            <a:ln>
              <a:noFill/>
            </a:ln>
          </a:insideH>
          <a:insideV>
            <a:ln>
              <a:noFill/>
            </a:ln>
          </a:insideV>
        </a:tcBdr>
        <a:fill>
          <a:noFill/>
        </a:fill>
      </a:tcStyle>
    </a:wholeTbl>
    <a:band1H>
      <a:tcStyle>
        <a:tcBdr/>
        <a:fill>
          <a:solidFill>
            <a:schemeClr val="lt1">
              <a:alpha val="20000"/>
            </a:schemeClr>
          </a:solidFill>
        </a:fill>
      </a:tcStyle>
    </a:band1H>
    <a:band1V>
      <a:tcStyle>
        <a:tcBdr/>
        <a:fill>
          <a:solidFill>
            <a:schemeClr val="lt1">
              <a:alpha val="20000"/>
            </a:schemeClr>
          </a:solidFill>
        </a:fill>
      </a:tcStyle>
    </a:band1V>
    <a:lastCol>
      <a:tcTxStyle b="on"/>
      <a:tcStyle>
        <a:tcBdr>
          <a:left>
            <a:lnRef idx="2">
              <a:schemeClr val="lt1"/>
            </a:lnRef>
          </a:left>
        </a:tcBdr>
      </a:tcStyle>
    </a:lastCol>
    <a:firstCol>
      <a:tcTxStyle b="on"/>
      <a:tcStyle>
        <a:tcBdr>
          <a:right>
            <a:lnRef idx="2">
              <a:schemeClr val="lt1"/>
            </a:lnRef>
          </a:right>
        </a:tcBdr>
      </a:tcStyle>
    </a:firstCol>
    <a:lastRow>
      <a:tcTxStyle b="on"/>
      <a:tcStyle>
        <a:tcBdr>
          <a:top>
            <a:lnRef idx="2">
              <a:schemeClr val="lt1"/>
            </a:lnRef>
          </a:top>
        </a:tcBdr>
        <a:fill>
          <a:noFill/>
        </a:fill>
      </a:tcStyle>
    </a:lastRow>
    <a:seCell>
      <a:tcStyle>
        <a:tcBdr>
          <a:left>
            <a:ln>
              <a:noFill/>
            </a:ln>
          </a:left>
          <a:top>
            <a:ln>
              <a:noFill/>
            </a:ln>
          </a:top>
        </a:tcBdr>
      </a:tcStyle>
    </a:seCell>
    <a:swCell>
      <a:tcStyle>
        <a:tcBdr>
          <a:right>
            <a:ln>
              <a:noFill/>
            </a:ln>
          </a:right>
          <a:top>
            <a:ln>
              <a:noFill/>
            </a:ln>
          </a:top>
        </a:tcBdr>
      </a:tcStyle>
    </a:swCell>
    <a:firstRow>
      <a:tcTxStyle b="on"/>
      <a:tcStyle>
        <a:tcBdr>
          <a:bottom>
            <a:lnRef idx="3">
              <a:schemeClr val="lt1"/>
            </a:lnRef>
          </a:bottom>
        </a:tcBdr>
        <a:fill>
          <a:noFill/>
        </a:fill>
      </a:tcStyle>
    </a:firstRow>
    <a:neCell>
      <a:tcStyle>
        <a:tcBdr>
          <a:bottom>
            <a:ln>
              <a:noFill/>
            </a:ln>
          </a:bottom>
        </a:tcBdr>
      </a:tcStyle>
    </a:neCell>
  </a:tblStyle>
</a:tblStyleLst>
</file>

<file path=ppt/viewProps.xml><?xml version="1.0" encoding="utf-8"?>
<p:viewPr xmlns:a="http://schemas.openxmlformats.org/drawingml/2006/main" xmlns:r="http://schemas.openxmlformats.org/officeDocument/2006/relationships" xmlns:p="http://schemas.openxmlformats.org/presentationml/2006/main" lastView="sldThumbnailView">
  <p:normalViewPr horzBarState="maximized">
    <p:restoredLeft sz="15465" autoAdjust="0"/>
    <p:restoredTop sz="61368" autoAdjust="0"/>
  </p:normalViewPr>
  <p:slideViewPr>
    <p:cSldViewPr snapToGrid="0">
      <p:cViewPr varScale="1">
        <p:scale>
          <a:sx n="66" d="100"/>
          <a:sy n="66" d="100"/>
        </p:scale>
        <p:origin x="360" y="90"/>
      </p:cViewPr>
      <p:guideLst/>
    </p:cSldViewPr>
  </p:slideViewPr>
  <p:outlineViewPr>
    <p:cViewPr>
      <p:scale>
        <a:sx n="33" d="100"/>
        <a:sy n="33" d="100"/>
      </p:scale>
      <p:origin x="0" y="0"/>
    </p:cViewPr>
  </p:outlineViewPr>
  <p:notesTextViewPr>
    <p:cViewPr>
      <p:scale>
        <a:sx n="1" d="1"/>
        <a:sy n="1" d="1"/>
      </p:scale>
      <p:origin x="0" y="0"/>
    </p:cViewPr>
  </p:notesTextViewPr>
  <p:notesViewPr>
    <p:cSldViewPr snapToGrid="0">
      <p:cViewPr>
        <p:scale>
          <a:sx n="1" d="2"/>
          <a:sy n="1" d="2"/>
        </p:scale>
        <p:origin x="0" y="0"/>
      </p:cViewPr>
      <p:guideLst>
        <p:guide orient="horz" pos="3024"/>
        <p:guide pos="2304"/>
      </p:guideLst>
    </p:cSldViewPr>
  </p:notesViewPr>
  <p:gridSpacing cx="76200" cy="76200"/>
</p:viewPr>
</file>

<file path=ppt/_rels/presentation.xml.rels><?xml version="1.0" encoding="UTF-8" standalone="yes"?>
<Relationships xmlns="http://schemas.openxmlformats.org/package/2006/relationships"><Relationship Id="rId8" Type="http://schemas.openxmlformats.org/officeDocument/2006/relationships/slide" Target="slides/slide4.xml"/><Relationship Id="rId13" Type="http://schemas.openxmlformats.org/officeDocument/2006/relationships/slide" Target="slides/slide9.xml"/><Relationship Id="rId18" Type="http://schemas.openxmlformats.org/officeDocument/2006/relationships/tags" Target="tags/tag1.xml"/><Relationship Id="rId3" Type="http://schemas.openxmlformats.org/officeDocument/2006/relationships/customXml" Target="../customXml/item3.xml"/><Relationship Id="rId21" Type="http://schemas.openxmlformats.org/officeDocument/2006/relationships/viewProps" Target="viewProps.xml"/><Relationship Id="rId7" Type="http://schemas.openxmlformats.org/officeDocument/2006/relationships/slide" Target="slides/slide3.xml"/><Relationship Id="rId12" Type="http://schemas.openxmlformats.org/officeDocument/2006/relationships/slide" Target="slides/slide8.xml"/><Relationship Id="rId17" Type="http://schemas.openxmlformats.org/officeDocument/2006/relationships/handoutMaster" Target="handoutMasters/handoutMaster1.xml"/><Relationship Id="rId2" Type="http://schemas.openxmlformats.org/officeDocument/2006/relationships/customXml" Target="../customXml/item2.xml"/><Relationship Id="rId16" Type="http://schemas.openxmlformats.org/officeDocument/2006/relationships/notesMaster" Target="notesMasters/notesMaster1.xml"/><Relationship Id="rId20" Type="http://schemas.openxmlformats.org/officeDocument/2006/relationships/presProps" Target="presProps.xml"/><Relationship Id="rId1" Type="http://schemas.openxmlformats.org/officeDocument/2006/relationships/customXml" Target="../customXml/item1.xml"/><Relationship Id="rId6" Type="http://schemas.openxmlformats.org/officeDocument/2006/relationships/slide" Target="slides/slide2.xml"/><Relationship Id="rId11" Type="http://schemas.openxmlformats.org/officeDocument/2006/relationships/slide" Target="slides/slide7.xml"/><Relationship Id="rId24" Type="http://schemas.microsoft.com/office/2016/11/relationships/changesInfo" Target="changesInfos/changesInfo1.xml"/><Relationship Id="rId5" Type="http://schemas.openxmlformats.org/officeDocument/2006/relationships/slide" Target="slides/slide1.xml"/><Relationship Id="rId15" Type="http://schemas.openxmlformats.org/officeDocument/2006/relationships/slide" Target="slides/slide11.xml"/><Relationship Id="rId23" Type="http://schemas.openxmlformats.org/officeDocument/2006/relationships/tableStyles" Target="tableStyles.xml"/><Relationship Id="rId10" Type="http://schemas.openxmlformats.org/officeDocument/2006/relationships/slide" Target="slides/slide6.xml"/><Relationship Id="rId19" Type="http://schemas.openxmlformats.org/officeDocument/2006/relationships/commentAuthors" Target="commentAuthors.xml"/><Relationship Id="rId4" Type="http://schemas.openxmlformats.org/officeDocument/2006/relationships/slideMaster" Target="slideMasters/slideMaster1.xml"/><Relationship Id="rId9" Type="http://schemas.openxmlformats.org/officeDocument/2006/relationships/slide" Target="slides/slide5.xml"/><Relationship Id="rId14" Type="http://schemas.openxmlformats.org/officeDocument/2006/relationships/slide" Target="slides/slide10.xml"/><Relationship Id="rId22" Type="http://schemas.openxmlformats.org/officeDocument/2006/relationships/theme" Target="theme/theme1.xml"/></Relationships>
</file>

<file path=ppt/changesInfos/changesInfo1.xml><?xml version="1.0" encoding="utf-8"?>
<pc:chgInfo xmlns:a="http://schemas.openxmlformats.org/drawingml/2006/main" xmlns:r="http://schemas.openxmlformats.org/officeDocument/2006/relationships" xmlns:ac="http://schemas.microsoft.com/office/drawing/2013/main/command" xmlns:pc="http://schemas.microsoft.com/office/powerpoint/2013/main/command">
  <pc:docChgLst>
    <pc:chgData name="Meeran Ali Khan" userId="S::meeranali.khan@smartfactory.de::6d22cf54-2bd3-47f2-bacd-911861af4424" providerId="AD" clId="Web-{7E2C8DFC-9485-4836-2E8A-02F37E7FE7DB}"/>
    <pc:docChg chg="modSld">
      <pc:chgData name="Meeran Ali Khan" userId="S::meeranali.khan@smartfactory.de::6d22cf54-2bd3-47f2-bacd-911861af4424" providerId="AD" clId="Web-{7E2C8DFC-9485-4836-2E8A-02F37E7FE7DB}" dt="2024-06-06T08:55:23.794" v="0"/>
      <pc:docMkLst>
        <pc:docMk/>
      </pc:docMkLst>
      <pc:sldChg chg="modNotes">
        <pc:chgData name="Meeran Ali Khan" userId="S::meeranali.khan@smartfactory.de::6d22cf54-2bd3-47f2-bacd-911861af4424" providerId="AD" clId="Web-{7E2C8DFC-9485-4836-2E8A-02F37E7FE7DB}" dt="2024-06-06T08:55:23.794" v="0"/>
        <pc:sldMkLst>
          <pc:docMk/>
          <pc:sldMk cId="2186619959" sldId="352"/>
        </pc:sldMkLst>
      </pc:sldChg>
    </pc:docChg>
  </pc:docChgLst>
</pc:chgInfo>
</file>

<file path=ppt/handoutMasters/_rels/handoutMaster1.xml.rels><?xml version="1.0" encoding="UTF-8" standalone="yes"?>
<Relationships xmlns="http://schemas.openxmlformats.org/package/2006/relationships"><Relationship Id="rId1" Type="http://schemas.openxmlformats.org/officeDocument/2006/relationships/theme" Target="../theme/theme3.xml"/></Relationships>
</file>

<file path=ppt/handoutMasters/handoutMaster1.xml><?xml version="1.0" encoding="utf-8"?>
<p:handout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Überschriftenplatzhalter 1"/>
          <p:cNvSpPr>
            <a:spLocks noGrp="1"/>
          </p:cNvSpPr>
          <p:nvPr>
            <p:ph type="hdr" sz="quarter"/>
          </p:nvPr>
        </p:nvSpPr>
        <p:spPr>
          <a:xfrm>
            <a:off x="0" y="0"/>
            <a:ext cx="3169920" cy="480060"/>
          </a:xfrm>
          <a:prstGeom prst="rect">
            <a:avLst/>
          </a:prstGeom>
        </p:spPr>
        <p:txBody>
          <a:bodyPr vert="horz" lIns="96653" tIns="48326" rIns="96653" bIns="48326" rtlCol="0"/>
          <a:lstStyle>
            <a:lvl1pPr algn="l">
              <a:defRPr sz="1300"/>
            </a:lvl1pPr>
          </a:lstStyle>
          <a:p>
            <a:endParaRPr lang="de-DE"/>
          </a:p>
        </p:txBody>
      </p:sp>
      <p:sp>
        <p:nvSpPr>
          <p:cNvPr id="3" name="Datumsplatzhalter 2"/>
          <p:cNvSpPr>
            <a:spLocks noGrp="1"/>
          </p:cNvSpPr>
          <p:nvPr>
            <p:ph type="dt" sz="quarter" idx="1"/>
          </p:nvPr>
        </p:nvSpPr>
        <p:spPr>
          <a:xfrm>
            <a:off x="4143587" y="0"/>
            <a:ext cx="3169920" cy="480060"/>
          </a:xfrm>
          <a:prstGeom prst="rect">
            <a:avLst/>
          </a:prstGeom>
        </p:spPr>
        <p:txBody>
          <a:bodyPr vert="horz" lIns="96653" tIns="48326" rIns="96653" bIns="48326" rtlCol="0"/>
          <a:lstStyle>
            <a:lvl1pPr algn="r">
              <a:defRPr sz="1300"/>
            </a:lvl1pPr>
          </a:lstStyle>
          <a:p>
            <a:fld id="{D5877BEA-FA5E-1B42-A13D-40AB379A1490}" type="datetimeFigureOut">
              <a:rPr lang="de-DE" smtClean="0"/>
              <a:t>29.11.2025</a:t>
            </a:fld>
            <a:endParaRPr lang="de-DE"/>
          </a:p>
        </p:txBody>
      </p:sp>
      <p:sp>
        <p:nvSpPr>
          <p:cNvPr id="4" name="Fußzeilenplatzhalter 3"/>
          <p:cNvSpPr>
            <a:spLocks noGrp="1"/>
          </p:cNvSpPr>
          <p:nvPr>
            <p:ph type="ftr" sz="quarter" idx="2"/>
          </p:nvPr>
        </p:nvSpPr>
        <p:spPr>
          <a:xfrm>
            <a:off x="0" y="9119474"/>
            <a:ext cx="3169920" cy="480060"/>
          </a:xfrm>
          <a:prstGeom prst="rect">
            <a:avLst/>
          </a:prstGeom>
        </p:spPr>
        <p:txBody>
          <a:bodyPr vert="horz" lIns="96653" tIns="48326" rIns="96653" bIns="48326" rtlCol="0" anchor="b"/>
          <a:lstStyle>
            <a:lvl1pPr algn="l">
              <a:defRPr sz="1300"/>
            </a:lvl1pPr>
          </a:lstStyle>
          <a:p>
            <a:endParaRPr lang="de-DE"/>
          </a:p>
        </p:txBody>
      </p:sp>
      <p:sp>
        <p:nvSpPr>
          <p:cNvPr id="5" name="Foliennummernplatzhalter 4"/>
          <p:cNvSpPr>
            <a:spLocks noGrp="1"/>
          </p:cNvSpPr>
          <p:nvPr>
            <p:ph type="sldNum" sz="quarter" idx="3"/>
          </p:nvPr>
        </p:nvSpPr>
        <p:spPr>
          <a:xfrm>
            <a:off x="4143587" y="9119474"/>
            <a:ext cx="3169920" cy="480060"/>
          </a:xfrm>
          <a:prstGeom prst="rect">
            <a:avLst/>
          </a:prstGeom>
        </p:spPr>
        <p:txBody>
          <a:bodyPr vert="horz" lIns="96653" tIns="48326" rIns="96653" bIns="48326" rtlCol="0" anchor="b"/>
          <a:lstStyle>
            <a:lvl1pPr algn="r">
              <a:defRPr sz="1300"/>
            </a:lvl1pPr>
          </a:lstStyle>
          <a:p>
            <a:fld id="{EC02C7C3-2692-2249-A40F-022AEAA21B85}" type="slidenum">
              <a:rPr lang="de-DE" smtClean="0"/>
              <a:t>‹#›</a:t>
            </a:fld>
            <a:endParaRPr lang="de-DE"/>
          </a:p>
        </p:txBody>
      </p:sp>
    </p:spTree>
    <p:extLst>
      <p:ext uri="{BB962C8B-B14F-4D97-AF65-F5344CB8AC3E}">
        <p14:creationId xmlns:p14="http://schemas.microsoft.com/office/powerpoint/2010/main" val="1187218162"/>
      </p:ext>
    </p:extLst>
  </p:cSld>
  <p:clrMap bg1="lt1" tx1="dk1" bg2="lt2" tx2="dk2" accent1="accent1" accent2="accent2" accent3="accent3" accent4="accent4" accent5="accent5" accent6="accent6" hlink="hlink" folHlink="folHlink"/>
  <p:hf sldNum="0" hdr="0" ftr="0" dt="0"/>
</p:handoutMaster>
</file>

<file path=ppt/notesMasters/_rels/notesMaster1.xml.rels><?xml version="1.0" encoding="UTF-8" standalone="yes"?>
<Relationships xmlns="http://schemas.openxmlformats.org/package/2006/relationships"><Relationship Id="rId1" Type="http://schemas.openxmlformats.org/officeDocument/2006/relationships/theme" Target="../theme/theme2.xml"/></Relationships>
</file>

<file path=ppt/notesMasters/notesMaster1.xml><?xml version="1.0" encoding="utf-8"?>
<p:notes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Überschriftenplatzhalter 1"/>
          <p:cNvSpPr>
            <a:spLocks noGrp="1"/>
          </p:cNvSpPr>
          <p:nvPr>
            <p:ph type="hdr" sz="quarter"/>
          </p:nvPr>
        </p:nvSpPr>
        <p:spPr>
          <a:xfrm>
            <a:off x="0" y="0"/>
            <a:ext cx="3169920" cy="480060"/>
          </a:xfrm>
          <a:prstGeom prst="rect">
            <a:avLst/>
          </a:prstGeom>
        </p:spPr>
        <p:txBody>
          <a:bodyPr vert="horz" lIns="96653" tIns="48326" rIns="96653" bIns="48326" rtlCol="0"/>
          <a:lstStyle>
            <a:lvl1pPr algn="l">
              <a:defRPr sz="1300"/>
            </a:lvl1pPr>
          </a:lstStyle>
          <a:p>
            <a:endParaRPr lang="de-DE"/>
          </a:p>
        </p:txBody>
      </p:sp>
      <p:sp>
        <p:nvSpPr>
          <p:cNvPr id="3" name="Datumsplatzhalter 2"/>
          <p:cNvSpPr>
            <a:spLocks noGrp="1"/>
          </p:cNvSpPr>
          <p:nvPr>
            <p:ph type="dt" idx="1"/>
          </p:nvPr>
        </p:nvSpPr>
        <p:spPr>
          <a:xfrm>
            <a:off x="4143587" y="0"/>
            <a:ext cx="3169920" cy="480060"/>
          </a:xfrm>
          <a:prstGeom prst="rect">
            <a:avLst/>
          </a:prstGeom>
        </p:spPr>
        <p:txBody>
          <a:bodyPr vert="horz" lIns="96653" tIns="48326" rIns="96653" bIns="48326" rtlCol="0"/>
          <a:lstStyle>
            <a:lvl1pPr algn="r">
              <a:defRPr sz="1300"/>
            </a:lvl1pPr>
          </a:lstStyle>
          <a:p>
            <a:fld id="{60D87F2F-7E9B-5340-9267-0CCBE9616764}" type="datetimeFigureOut">
              <a:rPr lang="de-DE" smtClean="0"/>
              <a:t>29.11.2025</a:t>
            </a:fld>
            <a:endParaRPr lang="de-DE"/>
          </a:p>
        </p:txBody>
      </p:sp>
      <p:sp>
        <p:nvSpPr>
          <p:cNvPr id="4" name="Folienbildplatzhalter 3"/>
          <p:cNvSpPr>
            <a:spLocks noGrp="1" noRot="1" noChangeAspect="1"/>
          </p:cNvSpPr>
          <p:nvPr>
            <p:ph type="sldImg" idx="2"/>
          </p:nvPr>
        </p:nvSpPr>
        <p:spPr>
          <a:xfrm>
            <a:off x="457200" y="720725"/>
            <a:ext cx="6400800" cy="3600450"/>
          </a:xfrm>
          <a:prstGeom prst="rect">
            <a:avLst/>
          </a:prstGeom>
          <a:noFill/>
          <a:ln w="12700">
            <a:solidFill>
              <a:prstClr val="black"/>
            </a:solidFill>
          </a:ln>
        </p:spPr>
        <p:txBody>
          <a:bodyPr vert="horz" lIns="96653" tIns="48326" rIns="96653" bIns="48326" rtlCol="0" anchor="ctr"/>
          <a:lstStyle/>
          <a:p>
            <a:endParaRPr lang="de-DE"/>
          </a:p>
        </p:txBody>
      </p:sp>
      <p:sp>
        <p:nvSpPr>
          <p:cNvPr id="5" name="Notizenplatzhalter 4"/>
          <p:cNvSpPr>
            <a:spLocks noGrp="1"/>
          </p:cNvSpPr>
          <p:nvPr>
            <p:ph type="body" sz="quarter" idx="3"/>
          </p:nvPr>
        </p:nvSpPr>
        <p:spPr>
          <a:xfrm>
            <a:off x="731520" y="4560570"/>
            <a:ext cx="5852160" cy="4320540"/>
          </a:xfrm>
          <a:prstGeom prst="rect">
            <a:avLst/>
          </a:prstGeom>
        </p:spPr>
        <p:txBody>
          <a:bodyPr vert="horz" lIns="96653" tIns="48326" rIns="96653" bIns="48326" rtlCol="0"/>
          <a:lstStyle/>
          <a:p>
            <a:pPr lvl="0"/>
            <a:r>
              <a:rPr lang="de-DE"/>
              <a:t>Mastertextformat bearbeiten</a:t>
            </a:r>
          </a:p>
          <a:p>
            <a:pPr lvl="1"/>
            <a:r>
              <a:rPr lang="de-DE"/>
              <a:t>Zweite Ebene</a:t>
            </a:r>
          </a:p>
          <a:p>
            <a:pPr lvl="2"/>
            <a:r>
              <a:rPr lang="de-DE"/>
              <a:t>Dritte Ebene</a:t>
            </a:r>
          </a:p>
          <a:p>
            <a:pPr lvl="3"/>
            <a:r>
              <a:rPr lang="de-DE"/>
              <a:t>Vierte Ebene</a:t>
            </a:r>
          </a:p>
          <a:p>
            <a:pPr lvl="4"/>
            <a:r>
              <a:rPr lang="de-DE"/>
              <a:t>Fünfte Ebene</a:t>
            </a:r>
          </a:p>
        </p:txBody>
      </p:sp>
      <p:sp>
        <p:nvSpPr>
          <p:cNvPr id="6" name="Fußzeilenplatzhalter 5"/>
          <p:cNvSpPr>
            <a:spLocks noGrp="1"/>
          </p:cNvSpPr>
          <p:nvPr>
            <p:ph type="ftr" sz="quarter" idx="4"/>
          </p:nvPr>
        </p:nvSpPr>
        <p:spPr>
          <a:xfrm>
            <a:off x="0" y="9119474"/>
            <a:ext cx="3169920" cy="480060"/>
          </a:xfrm>
          <a:prstGeom prst="rect">
            <a:avLst/>
          </a:prstGeom>
        </p:spPr>
        <p:txBody>
          <a:bodyPr vert="horz" lIns="96653" tIns="48326" rIns="96653" bIns="48326" rtlCol="0" anchor="b"/>
          <a:lstStyle>
            <a:lvl1pPr algn="l">
              <a:defRPr sz="1300"/>
            </a:lvl1pPr>
          </a:lstStyle>
          <a:p>
            <a:endParaRPr lang="de-DE"/>
          </a:p>
        </p:txBody>
      </p:sp>
      <p:sp>
        <p:nvSpPr>
          <p:cNvPr id="7" name="Foliennummernplatzhalter 6"/>
          <p:cNvSpPr>
            <a:spLocks noGrp="1"/>
          </p:cNvSpPr>
          <p:nvPr>
            <p:ph type="sldNum" sz="quarter" idx="5"/>
          </p:nvPr>
        </p:nvSpPr>
        <p:spPr>
          <a:xfrm>
            <a:off x="4143587" y="9119474"/>
            <a:ext cx="3169920" cy="480060"/>
          </a:xfrm>
          <a:prstGeom prst="rect">
            <a:avLst/>
          </a:prstGeom>
        </p:spPr>
        <p:txBody>
          <a:bodyPr vert="horz" lIns="96653" tIns="48326" rIns="96653" bIns="48326" rtlCol="0" anchor="b"/>
          <a:lstStyle>
            <a:lvl1pPr algn="r">
              <a:defRPr sz="1300"/>
            </a:lvl1pPr>
          </a:lstStyle>
          <a:p>
            <a:fld id="{25CBCFFD-BB00-CC40-8AFD-EB9D88805DFC}" type="slidenum">
              <a:rPr lang="de-DE" smtClean="0"/>
              <a:t>‹#›</a:t>
            </a:fld>
            <a:endParaRPr lang="de-DE"/>
          </a:p>
        </p:txBody>
      </p:sp>
    </p:spTree>
    <p:extLst>
      <p:ext uri="{BB962C8B-B14F-4D97-AF65-F5344CB8AC3E}">
        <p14:creationId xmlns:p14="http://schemas.microsoft.com/office/powerpoint/2010/main" val="2494599547"/>
      </p:ext>
    </p:extLst>
  </p:cSld>
  <p:clrMap bg1="lt1" tx1="dk1" bg2="lt2" tx2="dk2" accent1="accent1" accent2="accent2" accent3="accent3" accent4="accent4" accent5="accent5" accent6="accent6" hlink="hlink" folHlink="folHlink"/>
  <p:hf sldNum="0" hdr="0" ftr="0" dt="0"/>
  <p:notesStyle>
    <a:lvl1pPr marL="0" algn="l" defTabSz="457158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1pPr>
    <a:lvl2pPr marL="457158" algn="l" defTabSz="457158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2pPr>
    <a:lvl3pPr marL="914316" algn="l" defTabSz="457158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3pPr>
    <a:lvl4pPr marL="1371474" algn="l" defTabSz="457158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4pPr>
    <a:lvl5pPr marL="1828633" algn="l" defTabSz="457158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5pPr>
    <a:lvl6pPr marL="2285792" algn="l" defTabSz="457158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6pPr>
    <a:lvl7pPr marL="2742950" algn="l" defTabSz="457158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7pPr>
    <a:lvl8pPr marL="3200108" algn="l" defTabSz="457158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8pPr>
    <a:lvl9pPr marL="3657266" algn="l" defTabSz="457158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9pPr>
  </p:notesStyle>
</p:notesMaster>
</file>

<file path=ppt/notesSlides/_rels/notesSlide1.xml.rels><?xml version="1.0" encoding="UTF-8" standalone="yes"?>
<Relationships xmlns="http://schemas.openxmlformats.org/package/2006/relationships"><Relationship Id="rId2" Type="http://schemas.openxmlformats.org/officeDocument/2006/relationships/slide" Target="../slides/slide1.xml"/><Relationship Id="rId1" Type="http://schemas.openxmlformats.org/officeDocument/2006/relationships/notesMaster" Target="../notesMasters/notesMaster1.xml"/></Relationships>
</file>

<file path=ppt/notesSlides/_rels/notesSlide2.xml.rels><?xml version="1.0" encoding="UTF-8" standalone="yes"?>
<Relationships xmlns="http://schemas.openxmlformats.org/package/2006/relationships"><Relationship Id="rId2" Type="http://schemas.openxmlformats.org/officeDocument/2006/relationships/slide" Target="../slides/slide2.xml"/><Relationship Id="rId1" Type="http://schemas.openxmlformats.org/officeDocument/2006/relationships/notesMaster" Target="../notesMasters/notesMaster1.xml"/></Relationships>
</file>

<file path=ppt/notesSlides/_rels/notesSlide3.xml.rels><?xml version="1.0" encoding="UTF-8" standalone="yes"?>
<Relationships xmlns="http://schemas.openxmlformats.org/package/2006/relationships"><Relationship Id="rId2" Type="http://schemas.openxmlformats.org/officeDocument/2006/relationships/slide" Target="../slides/slide10.xml"/><Relationship Id="rId1" Type="http://schemas.openxmlformats.org/officeDocument/2006/relationships/notesMaster" Target="../notesMasters/notesMaster1.xml"/></Relationships>
</file>

<file path=ppt/notesSlides/_rels/notesSlide4.xml.rels><?xml version="1.0" encoding="UTF-8" standalone="yes"?>
<Relationships xmlns="http://schemas.openxmlformats.org/package/2006/relationships"><Relationship Id="rId2" Type="http://schemas.openxmlformats.org/officeDocument/2006/relationships/slide" Target="../slides/slide11.xml"/><Relationship Id="rId1" Type="http://schemas.openxmlformats.org/officeDocument/2006/relationships/notesMaster" Target="../notesMasters/notesMaster1.xml"/></Relationships>
</file>

<file path=ppt/notesSlides/notesSlide1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pPr lvl="1"/>
            <a:endParaRPr lang="en-US" dirty="0"/>
          </a:p>
        </p:txBody>
      </p:sp>
    </p:spTree>
    <p:extLst>
      <p:ext uri="{BB962C8B-B14F-4D97-AF65-F5344CB8AC3E}">
        <p14:creationId xmlns:p14="http://schemas.microsoft.com/office/powerpoint/2010/main" val="3606060395"/>
      </p:ext>
    </p:extLst>
  </p:cSld>
  <p:clrMapOvr>
    <a:masterClrMapping/>
  </p:clrMapOvr>
</p:notes>
</file>

<file path=ppt/notesSlides/notesSlide2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endParaRPr lang="en-US" dirty="0"/>
          </a:p>
        </p:txBody>
      </p:sp>
    </p:spTree>
    <p:extLst>
      <p:ext uri="{BB962C8B-B14F-4D97-AF65-F5344CB8AC3E}">
        <p14:creationId xmlns:p14="http://schemas.microsoft.com/office/powerpoint/2010/main" val="1760830516"/>
      </p:ext>
    </p:extLst>
  </p:cSld>
  <p:clrMapOvr>
    <a:masterClrMapping/>
  </p:clrMapOvr>
</p:notes>
</file>

<file path=ppt/notesSlides/notesSlide3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endParaRPr lang="en-US" dirty="0"/>
          </a:p>
        </p:txBody>
      </p:sp>
    </p:spTree>
    <p:extLst>
      <p:ext uri="{BB962C8B-B14F-4D97-AF65-F5344CB8AC3E}">
        <p14:creationId xmlns:p14="http://schemas.microsoft.com/office/powerpoint/2010/main" val="3618264009"/>
      </p:ext>
    </p:extLst>
  </p:cSld>
  <p:clrMapOvr>
    <a:masterClrMapping/>
  </p:clrMapOvr>
</p:notes>
</file>

<file path=ppt/notesSlides/notesSlide4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pPr marL="302039" indent="-302039">
              <a:buFontTx/>
              <a:buChar char="-"/>
            </a:pPr>
            <a:endParaRPr lang="en-US" sz="1900" dirty="0">
              <a:latin typeface="CMR12"/>
            </a:endParaRPr>
          </a:p>
        </p:txBody>
      </p:sp>
    </p:spTree>
    <p:extLst>
      <p:ext uri="{BB962C8B-B14F-4D97-AF65-F5344CB8AC3E}">
        <p14:creationId xmlns:p14="http://schemas.microsoft.com/office/powerpoint/2010/main" val="2188920899"/>
      </p:ext>
    </p:extLst>
  </p:cSld>
  <p:clrMapOvr>
    <a:masterClrMapping/>
  </p:clrMapOvr>
</p:notes>
</file>

<file path=ppt/slideLayouts/_rels/slideLayout1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2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3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4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5.xml.rels><?xml version="1.0" encoding="UTF-8" standalone="yes"?>
<Relationships xmlns="http://schemas.openxmlformats.org/package/2006/relationships"><Relationship Id="rId3" Type="http://schemas.openxmlformats.org/officeDocument/2006/relationships/oleObject" Target="../embeddings/oleObject2.bin"/><Relationship Id="rId2" Type="http://schemas.openxmlformats.org/officeDocument/2006/relationships/slideMaster" Target="../slideMasters/slideMaster1.xml"/><Relationship Id="rId1" Type="http://schemas.openxmlformats.org/officeDocument/2006/relationships/tags" Target="../tags/tag6.xml"/><Relationship Id="rId4" Type="http://schemas.openxmlformats.org/officeDocument/2006/relationships/image" Target="../media/image1.emf"/></Relationships>
</file>

<file path=ppt/slideLayouts/_rels/slideLayout6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7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8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9.xml.rels><?xml version="1.0" encoding="UTF-8" standalone="yes"?>
<Relationships xmlns="http://schemas.openxmlformats.org/package/2006/relationships"><Relationship Id="rId3" Type="http://schemas.openxmlformats.org/officeDocument/2006/relationships/oleObject" Target="../embeddings/oleObject2.bin"/><Relationship Id="rId2" Type="http://schemas.openxmlformats.org/officeDocument/2006/relationships/slideMaster" Target="../slideMasters/slideMaster1.xml"/><Relationship Id="rId1" Type="http://schemas.openxmlformats.org/officeDocument/2006/relationships/tags" Target="../tags/tag7.xml"/><Relationship Id="rId4" Type="http://schemas.openxmlformats.org/officeDocument/2006/relationships/image" Target="../media/image1.emf"/></Relationships>
</file>

<file path=ppt/slideLayouts/_rels/slideLayout10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1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2.xml.rels><?xml version="1.0" encoding="UTF-8" standalone="yes"?>
<Relationships xmlns="http://schemas.openxmlformats.org/package/2006/relationships"><Relationship Id="rId3" Type="http://schemas.openxmlformats.org/officeDocument/2006/relationships/oleObject" Target="../embeddings/oleObject3.bin"/><Relationship Id="rId2" Type="http://schemas.openxmlformats.org/officeDocument/2006/relationships/slideMaster" Target="../slideMasters/slideMaster1.xml"/><Relationship Id="rId1" Type="http://schemas.openxmlformats.org/officeDocument/2006/relationships/tags" Target="../tags/tag8.xml"/><Relationship Id="rId4" Type="http://schemas.openxmlformats.org/officeDocument/2006/relationships/image" Target="../media/image1.emf"/></Relationships>
</file>

<file path=ppt/slideLayouts/_rels/slideLayout13.xml.rels><?xml version="1.0" encoding="UTF-8" standalone="yes"?>
<Relationships xmlns="http://schemas.openxmlformats.org/package/2006/relationships"><Relationship Id="rId3" Type="http://schemas.openxmlformats.org/officeDocument/2006/relationships/oleObject" Target="../embeddings/oleObject4.bin"/><Relationship Id="rId2" Type="http://schemas.openxmlformats.org/officeDocument/2006/relationships/slideMaster" Target="../slideMasters/slideMaster1.xml"/><Relationship Id="rId1" Type="http://schemas.openxmlformats.org/officeDocument/2006/relationships/tags" Target="../tags/tag9.xml"/><Relationship Id="rId4" Type="http://schemas.openxmlformats.org/officeDocument/2006/relationships/image" Target="../media/image1.emf"/></Relationships>
</file>

<file path=ppt/slideLayouts/_rels/slideLayout14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5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6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7.xml.rels><?xml version="1.0" encoding="UTF-8" standalone="yes"?>
<Relationships xmlns="http://schemas.openxmlformats.org/package/2006/relationships"><Relationship Id="rId3" Type="http://schemas.openxmlformats.org/officeDocument/2006/relationships/oleObject" Target="../embeddings/oleObject5.bin"/><Relationship Id="rId2" Type="http://schemas.openxmlformats.org/officeDocument/2006/relationships/slideMaster" Target="../slideMasters/slideMaster1.xml"/><Relationship Id="rId1" Type="http://schemas.openxmlformats.org/officeDocument/2006/relationships/tags" Target="../tags/tag10.xml"/><Relationship Id="rId4" Type="http://schemas.openxmlformats.org/officeDocument/2006/relationships/image" Target="../media/image1.emf"/></Relationships>
</file>

<file path=ppt/slideLayouts/_rels/slideLayout18.xml.rels><?xml version="1.0" encoding="UTF-8" standalone="yes"?>
<Relationships xmlns="http://schemas.openxmlformats.org/package/2006/relationships"><Relationship Id="rId3" Type="http://schemas.openxmlformats.org/officeDocument/2006/relationships/oleObject" Target="../embeddings/oleObject2.bin"/><Relationship Id="rId2" Type="http://schemas.openxmlformats.org/officeDocument/2006/relationships/slideMaster" Target="../slideMasters/slideMaster1.xml"/><Relationship Id="rId1" Type="http://schemas.openxmlformats.org/officeDocument/2006/relationships/tags" Target="../tags/tag11.xml"/><Relationship Id="rId4" Type="http://schemas.openxmlformats.org/officeDocument/2006/relationships/image" Target="../media/image1.emf"/></Relationships>
</file>

<file path=ppt/slideLayouts/_rels/slideLayout19.xml.rels><?xml version="1.0" encoding="UTF-8" standalone="yes"?>
<Relationships xmlns="http://schemas.openxmlformats.org/package/2006/relationships"><Relationship Id="rId3" Type="http://schemas.openxmlformats.org/officeDocument/2006/relationships/oleObject" Target="../embeddings/oleObject2.bin"/><Relationship Id="rId2" Type="http://schemas.openxmlformats.org/officeDocument/2006/relationships/slideMaster" Target="../slideMasters/slideMaster1.xml"/><Relationship Id="rId1" Type="http://schemas.openxmlformats.org/officeDocument/2006/relationships/tags" Target="../tags/tag12.xml"/><Relationship Id="rId4" Type="http://schemas.openxmlformats.org/officeDocument/2006/relationships/image" Target="../media/image1.emf"/></Relationships>
</file>

<file path=ppt/slideLayouts/_rels/slideLayout20.xml.rels><?xml version="1.0" encoding="UTF-8" standalone="yes"?>
<Relationships xmlns="http://schemas.openxmlformats.org/package/2006/relationships"><Relationship Id="rId3" Type="http://schemas.openxmlformats.org/officeDocument/2006/relationships/oleObject" Target="../embeddings/oleObject2.bin"/><Relationship Id="rId2" Type="http://schemas.openxmlformats.org/officeDocument/2006/relationships/slideMaster" Target="../slideMasters/slideMaster1.xml"/><Relationship Id="rId1" Type="http://schemas.openxmlformats.org/officeDocument/2006/relationships/tags" Target="../tags/tag13.xml"/><Relationship Id="rId4" Type="http://schemas.openxmlformats.org/officeDocument/2006/relationships/image" Target="../media/image1.emf"/></Relationships>
</file>

<file path=ppt/slideLayouts/_rels/slideLayout21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22.xml.rels><?xml version="1.0" encoding="UTF-8" standalone="yes"?>
<Relationships xmlns="http://schemas.openxmlformats.org/package/2006/relationships"><Relationship Id="rId3" Type="http://schemas.openxmlformats.org/officeDocument/2006/relationships/oleObject" Target="../embeddings/oleObject2.bin"/><Relationship Id="rId2" Type="http://schemas.openxmlformats.org/officeDocument/2006/relationships/slideMaster" Target="../slideMasters/slideMaster1.xml"/><Relationship Id="rId1" Type="http://schemas.openxmlformats.org/officeDocument/2006/relationships/tags" Target="../tags/tag14.xml"/><Relationship Id="rId4" Type="http://schemas.openxmlformats.org/officeDocument/2006/relationships/image" Target="../media/image1.emf"/></Relationships>
</file>

<file path=ppt/slideLayouts/_rels/slideLayout23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24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25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 userDrawn="1">
  <p:cSld name="Präsentationstitel">
    <p:bg>
      <p:bgPr>
        <a:solidFill>
          <a:schemeClr val="bg1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6" name="Textplatzhalter 5"/>
          <p:cNvSpPr>
            <a:spLocks noGrp="1"/>
          </p:cNvSpPr>
          <p:nvPr>
            <p:ph type="body" sz="quarter" idx="12" hasCustomPrompt="1"/>
          </p:nvPr>
        </p:nvSpPr>
        <p:spPr>
          <a:xfrm>
            <a:off x="450000" y="2132857"/>
            <a:ext cx="10605540" cy="641201"/>
          </a:xfrm>
          <a:prstGeom prst="rect">
            <a:avLst/>
          </a:prstGeom>
        </p:spPr>
        <p:txBody>
          <a:bodyPr vert="horz" lIns="0" tIns="0" rIns="0" anchor="t" anchorCtr="0">
            <a:spAutoFit/>
          </a:bodyPr>
          <a:lstStyle>
            <a:lvl1pPr marL="0" indent="0" algn="l">
              <a:lnSpc>
                <a:spcPts val="5000"/>
              </a:lnSpc>
              <a:spcBef>
                <a:spcPts val="0"/>
              </a:spcBef>
              <a:buFontTx/>
              <a:buNone/>
              <a:defRPr sz="5000" baseline="0">
                <a:solidFill>
                  <a:schemeClr val="tx1"/>
                </a:solidFill>
                <a:latin typeface="Calibri"/>
              </a:defRPr>
            </a:lvl1pPr>
          </a:lstStyle>
          <a:p>
            <a:pPr lvl="0"/>
            <a:r>
              <a:rPr lang="de-DE"/>
              <a:t>Präsentationstitel einfügen</a:t>
            </a:r>
          </a:p>
        </p:txBody>
      </p:sp>
      <p:sp>
        <p:nvSpPr>
          <p:cNvPr id="3" name="Textplatzhalter 2"/>
          <p:cNvSpPr>
            <a:spLocks noGrp="1"/>
          </p:cNvSpPr>
          <p:nvPr>
            <p:ph type="body" sz="quarter" idx="13" hasCustomPrompt="1"/>
          </p:nvPr>
        </p:nvSpPr>
        <p:spPr>
          <a:xfrm>
            <a:off x="450000" y="2953655"/>
            <a:ext cx="10636251" cy="369332"/>
          </a:xfrm>
          <a:prstGeom prst="rect">
            <a:avLst/>
          </a:prstGeom>
        </p:spPr>
        <p:txBody>
          <a:bodyPr>
            <a:spAutoFit/>
          </a:bodyPr>
          <a:lstStyle>
            <a:lvl1pPr marL="0" indent="0">
              <a:buFont typeface="Arial" panose="020B0604020202020204" pitchFamily="34" charset="0"/>
              <a:buNone/>
              <a:defRPr sz="2400">
                <a:solidFill>
                  <a:schemeClr val="tx1"/>
                </a:solidFill>
              </a:defRPr>
            </a:lvl1pPr>
          </a:lstStyle>
          <a:p>
            <a:pPr lvl="0"/>
            <a:r>
              <a:rPr lang="de-DE"/>
              <a:t>Präsentations-</a:t>
            </a:r>
            <a:r>
              <a:rPr lang="de-DE" err="1"/>
              <a:t>Subtitel</a:t>
            </a:r>
            <a:r>
              <a:rPr lang="de-DE"/>
              <a:t> einfügen</a:t>
            </a:r>
          </a:p>
        </p:txBody>
      </p:sp>
    </p:spTree>
    <p:extLst>
      <p:ext uri="{BB962C8B-B14F-4D97-AF65-F5344CB8AC3E}">
        <p14:creationId xmlns:p14="http://schemas.microsoft.com/office/powerpoint/2010/main" val="476421437"/>
      </p:ext>
    </p:extLst>
  </p:cSld>
  <p:clrMapOvr>
    <a:masterClrMapping/>
  </p:clrMapOvr>
</p:sldLayout>
</file>

<file path=ppt/slideLayouts/slideLayout2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 userDrawn="1">
  <p:cSld name="0_Nur Titel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" name="Titel 2"/>
          <p:cNvSpPr>
            <a:spLocks noGrp="1"/>
          </p:cNvSpPr>
          <p:nvPr>
            <p:ph type="title"/>
          </p:nvPr>
        </p:nvSpPr>
        <p:spPr>
          <a:xfrm>
            <a:off x="450000" y="980728"/>
            <a:ext cx="10159263" cy="715249"/>
          </a:xfrm>
        </p:spPr>
        <p:txBody>
          <a:bodyPr vert="horz" wrap="square" lIns="0" tIns="0" rIns="0" bIns="0" rtlCol="0" anchor="b">
            <a:noAutofit/>
          </a:bodyPr>
          <a:lstStyle>
            <a:lvl1pPr>
              <a:defRPr lang="de-DE" dirty="0">
                <a:solidFill>
                  <a:schemeClr val="tx1"/>
                </a:solidFill>
              </a:defRPr>
            </a:lvl1pPr>
          </a:lstStyle>
          <a:p>
            <a:pPr lvl="0"/>
            <a:r>
              <a:rPr lang="en-US"/>
              <a:t>Click to edit Master title style</a:t>
            </a:r>
            <a:endParaRPr lang="de-DE"/>
          </a:p>
        </p:txBody>
      </p:sp>
    </p:spTree>
    <p:extLst>
      <p:ext uri="{BB962C8B-B14F-4D97-AF65-F5344CB8AC3E}">
        <p14:creationId xmlns:p14="http://schemas.microsoft.com/office/powerpoint/2010/main" val="3696552126"/>
      </p:ext>
    </p:extLst>
  </p:cSld>
  <p:clrMapOvr>
    <a:masterClrMapping/>
  </p:clrMapOvr>
</p:sldLayout>
</file>

<file path=ppt/slideLayouts/slideLayout3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 userDrawn="1">
  <p:cSld name="1_Gliederung-Zeiche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" name="Titel 2"/>
          <p:cNvSpPr>
            <a:spLocks noGrp="1"/>
          </p:cNvSpPr>
          <p:nvPr>
            <p:ph type="title"/>
          </p:nvPr>
        </p:nvSpPr>
        <p:spPr>
          <a:xfrm>
            <a:off x="450000" y="980728"/>
            <a:ext cx="10159263" cy="715249"/>
          </a:xfrm>
        </p:spPr>
        <p:txBody>
          <a:bodyPr vert="horz" wrap="square" lIns="0" tIns="0" rIns="0" bIns="0" rtlCol="0" anchor="b">
            <a:noAutofit/>
          </a:bodyPr>
          <a:lstStyle>
            <a:lvl1pPr>
              <a:defRPr lang="de-DE" dirty="0"/>
            </a:lvl1pPr>
          </a:lstStyle>
          <a:p>
            <a:pPr lvl="0"/>
            <a:r>
              <a:rPr lang="en-US"/>
              <a:t>Click to edit Master title style</a:t>
            </a:r>
            <a:endParaRPr lang="de-DE"/>
          </a:p>
        </p:txBody>
      </p:sp>
      <p:sp>
        <p:nvSpPr>
          <p:cNvPr id="8" name="Textplatzhalter 7"/>
          <p:cNvSpPr>
            <a:spLocks noGrp="1"/>
          </p:cNvSpPr>
          <p:nvPr>
            <p:ph type="body" sz="quarter" idx="12"/>
          </p:nvPr>
        </p:nvSpPr>
        <p:spPr>
          <a:xfrm>
            <a:off x="449263" y="1881188"/>
            <a:ext cx="11299825" cy="4429125"/>
          </a:xfrm>
        </p:spPr>
        <p:txBody>
          <a:bodyPr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</p:spTree>
    <p:extLst>
      <p:ext uri="{BB962C8B-B14F-4D97-AF65-F5344CB8AC3E}">
        <p14:creationId xmlns:p14="http://schemas.microsoft.com/office/powerpoint/2010/main" val="1877418084"/>
      </p:ext>
    </p:extLst>
  </p:cSld>
  <p:clrMapOvr>
    <a:masterClrMapping/>
  </p:clrMapOvr>
</p:sldLayout>
</file>

<file path=ppt/slideLayouts/slideLayout4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 userDrawn="1">
  <p:cSld name="2_Gliederung-Zahle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" name="Titel 2"/>
          <p:cNvSpPr>
            <a:spLocks noGrp="1"/>
          </p:cNvSpPr>
          <p:nvPr>
            <p:ph type="title"/>
          </p:nvPr>
        </p:nvSpPr>
        <p:spPr>
          <a:xfrm>
            <a:off x="450000" y="980728"/>
            <a:ext cx="10159263" cy="715249"/>
          </a:xfrm>
        </p:spPr>
        <p:txBody>
          <a:bodyPr vert="horz" wrap="square" lIns="0" tIns="0" rIns="0" bIns="0" rtlCol="0" anchor="b">
            <a:noAutofit/>
          </a:bodyPr>
          <a:lstStyle>
            <a:lvl1pPr>
              <a:defRPr lang="de-DE" dirty="0"/>
            </a:lvl1pPr>
          </a:lstStyle>
          <a:p>
            <a:pPr lvl="0"/>
            <a:r>
              <a:rPr lang="en-US"/>
              <a:t>Click to edit Master title style</a:t>
            </a:r>
            <a:endParaRPr lang="de-DE"/>
          </a:p>
        </p:txBody>
      </p:sp>
      <p:sp>
        <p:nvSpPr>
          <p:cNvPr id="6" name="Textplatzhalter 5"/>
          <p:cNvSpPr>
            <a:spLocks noGrp="1"/>
          </p:cNvSpPr>
          <p:nvPr>
            <p:ph type="body" sz="quarter" idx="10"/>
          </p:nvPr>
        </p:nvSpPr>
        <p:spPr>
          <a:xfrm>
            <a:off x="442913" y="1881188"/>
            <a:ext cx="11306175" cy="4427537"/>
          </a:xfrm>
        </p:spPr>
        <p:txBody>
          <a:bodyPr/>
          <a:lstStyle>
            <a:lvl1pPr marL="266700" indent="-266700">
              <a:buFont typeface="+mj-lt"/>
              <a:buAutoNum type="arabicPeriod"/>
              <a:defRPr/>
            </a:lvl1pPr>
            <a:lvl2pPr marL="538163" indent="-271463">
              <a:buFont typeface="+mj-lt"/>
              <a:buAutoNum type="alphaLcPeriod"/>
              <a:defRPr/>
            </a:lvl2pPr>
            <a:lvl3pPr marL="804863" indent="-266700">
              <a:buFont typeface="+mj-lt"/>
              <a:buAutoNum type="romanLcPeriod"/>
              <a:defRPr/>
            </a:lvl3pPr>
            <a:lvl4pPr marL="984250" indent="-179388">
              <a:buFont typeface="Symbol" panose="05050102010706020507" pitchFamily="18" charset="2"/>
              <a:buChar char="-"/>
              <a:defRPr/>
            </a:lvl4pPr>
            <a:lvl5pPr marL="1255713" indent="-271463">
              <a:buFont typeface="Symbol" panose="05050102010706020507" pitchFamily="18" charset="2"/>
              <a:buChar char="-"/>
              <a:defRPr/>
            </a:lvl5pPr>
          </a:lstStyle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</p:spTree>
    <p:extLst>
      <p:ext uri="{BB962C8B-B14F-4D97-AF65-F5344CB8AC3E}">
        <p14:creationId xmlns:p14="http://schemas.microsoft.com/office/powerpoint/2010/main" val="3364496007"/>
      </p:ext>
    </p:extLst>
  </p:cSld>
  <p:clrMapOvr>
    <a:masterClrMapping/>
  </p:clrMapOvr>
</p:sldLayout>
</file>

<file path=ppt/slideLayouts/slideLayout5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 userDrawn="1">
  <p:cSld name="3_Überschrift+2-Spalte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graphicFrame>
        <p:nvGraphicFramePr>
          <p:cNvPr id="2" name="Objekt 1" hidden="1"/>
          <p:cNvGraphicFramePr>
            <a:graphicFrameLocks noChangeAspect="1"/>
          </p:cNvGraphicFramePr>
          <p:nvPr userDrawn="1">
            <p:custDataLst>
              <p:tags r:id="rId1"/>
            </p:custDataLst>
            <p:extLst>
              <p:ext uri="{D42A27DB-BD31-4B8C-83A1-F6EECF244321}">
                <p14:modId xmlns:p14="http://schemas.microsoft.com/office/powerpoint/2010/main" val="2365752124"/>
              </p:ext>
            </p:extLst>
          </p:nvPr>
        </p:nvGraphicFramePr>
        <p:xfrm>
          <a:off x="2118" y="1589"/>
          <a:ext cx="2116" cy="1587"/>
        </p:xfrm>
        <a:graphic>
          <a:graphicData uri="http://schemas.openxmlformats.org/presentationml/2006/ole">
            <mc:AlternateContent xmlns:mc="http://schemas.openxmlformats.org/markup-compatibility/2006">
              <mc:Choice xmlns:v="urn:schemas-microsoft-com:vml" Requires="v">
                <p:oleObj name="think-cell Folie" r:id="rId3" imgW="270" imgH="270" progId="TCLayout.ActiveDocument.1">
                  <p:embed/>
                </p:oleObj>
              </mc:Choice>
              <mc:Fallback>
                <p:oleObj name="think-cell Folie" r:id="rId3" imgW="270" imgH="270" progId="TCLayout.ActiveDocument.1">
                  <p:embed/>
                  <p:pic>
                    <p:nvPicPr>
                      <p:cNvPr id="2" name="Objekt 1" hidden="1"/>
                      <p:cNvPicPr/>
                      <p:nvPr/>
                    </p:nvPicPr>
                    <p:blipFill>
                      <a:blip r:embed="rId4"/>
                      <a:stretch>
                        <a:fillRect/>
                      </a:stretch>
                    </p:blipFill>
                    <p:spPr>
                      <a:xfrm>
                        <a:off x="2118" y="1589"/>
                        <a:ext cx="2116" cy="1587"/>
                      </a:xfrm>
                      <a:prstGeom prst="rect">
                        <a:avLst/>
                      </a:prstGeom>
                    </p:spPr>
                  </p:pic>
                </p:oleObj>
              </mc:Fallback>
            </mc:AlternateContent>
          </a:graphicData>
        </a:graphic>
      </p:graphicFrame>
      <p:sp>
        <p:nvSpPr>
          <p:cNvPr id="3" name="Titel 2"/>
          <p:cNvSpPr>
            <a:spLocks noGrp="1"/>
          </p:cNvSpPr>
          <p:nvPr>
            <p:ph type="title"/>
          </p:nvPr>
        </p:nvSpPr>
        <p:spPr>
          <a:xfrm>
            <a:off x="450000" y="980728"/>
            <a:ext cx="10159263" cy="715249"/>
          </a:xfrm>
        </p:spPr>
        <p:txBody>
          <a:bodyPr/>
          <a:lstStyle/>
          <a:p>
            <a:r>
              <a:rPr lang="en-US"/>
              <a:t>Click to edit Master title style</a:t>
            </a:r>
            <a:endParaRPr lang="de-DE"/>
          </a:p>
        </p:txBody>
      </p:sp>
      <p:sp>
        <p:nvSpPr>
          <p:cNvPr id="13" name="Textplatzhalter 7"/>
          <p:cNvSpPr>
            <a:spLocks noGrp="1"/>
          </p:cNvSpPr>
          <p:nvPr>
            <p:ph type="body" sz="quarter" idx="25" hasCustomPrompt="1"/>
          </p:nvPr>
        </p:nvSpPr>
        <p:spPr>
          <a:xfrm>
            <a:off x="450000" y="5773783"/>
            <a:ext cx="4775149" cy="534942"/>
          </a:xfrm>
          <a:prstGeom prst="rect">
            <a:avLst/>
          </a:prstGeom>
        </p:spPr>
        <p:txBody>
          <a:bodyPr vert="horz" lIns="0" tIns="0" rIns="0" bIns="0"/>
          <a:lstStyle>
            <a:lvl1pPr marL="0" indent="0">
              <a:lnSpc>
                <a:spcPct val="100000"/>
              </a:lnSpc>
              <a:spcBef>
                <a:spcPts val="0"/>
              </a:spcBef>
              <a:buFontTx/>
              <a:buNone/>
              <a:defRPr sz="1000">
                <a:solidFill>
                  <a:schemeClr val="tx1"/>
                </a:solidFill>
                <a:latin typeface="Calibri Light"/>
              </a:defRPr>
            </a:lvl1pPr>
          </a:lstStyle>
          <a:p>
            <a:pPr lvl="0"/>
            <a:r>
              <a:rPr lang="de-DE"/>
              <a:t>Bildunterschrift einfügen</a:t>
            </a:r>
          </a:p>
        </p:txBody>
      </p:sp>
      <p:sp>
        <p:nvSpPr>
          <p:cNvPr id="16" name="Textplatzhalter 7"/>
          <p:cNvSpPr>
            <a:spLocks noGrp="1"/>
          </p:cNvSpPr>
          <p:nvPr>
            <p:ph type="body" sz="quarter" idx="26" hasCustomPrompt="1"/>
          </p:nvPr>
        </p:nvSpPr>
        <p:spPr>
          <a:xfrm>
            <a:off x="5838522" y="5773783"/>
            <a:ext cx="4775149" cy="534942"/>
          </a:xfrm>
          <a:prstGeom prst="rect">
            <a:avLst/>
          </a:prstGeom>
        </p:spPr>
        <p:txBody>
          <a:bodyPr vert="horz" lIns="0" tIns="0" rIns="0" bIns="0"/>
          <a:lstStyle>
            <a:lvl1pPr marL="0" indent="0">
              <a:lnSpc>
                <a:spcPct val="100000"/>
              </a:lnSpc>
              <a:spcBef>
                <a:spcPts val="0"/>
              </a:spcBef>
              <a:buFontTx/>
              <a:buNone/>
              <a:defRPr sz="1000">
                <a:solidFill>
                  <a:schemeClr val="tx1"/>
                </a:solidFill>
                <a:latin typeface="Calibri Light"/>
              </a:defRPr>
            </a:lvl1pPr>
          </a:lstStyle>
          <a:p>
            <a:pPr lvl="0"/>
            <a:r>
              <a:rPr lang="de-DE"/>
              <a:t>Bildunterschrift einfügen</a:t>
            </a:r>
          </a:p>
        </p:txBody>
      </p:sp>
      <p:sp>
        <p:nvSpPr>
          <p:cNvPr id="9" name="Bildplatzhalter 3"/>
          <p:cNvSpPr>
            <a:spLocks noGrp="1"/>
          </p:cNvSpPr>
          <p:nvPr>
            <p:ph type="pic" sz="quarter" idx="28"/>
          </p:nvPr>
        </p:nvSpPr>
        <p:spPr>
          <a:xfrm>
            <a:off x="450000" y="3429000"/>
            <a:ext cx="4775149" cy="2344783"/>
          </a:xfrm>
          <a:prstGeom prst="rect">
            <a:avLst/>
          </a:prstGeom>
          <a:solidFill>
            <a:schemeClr val="bg1">
              <a:lumMod val="95000"/>
            </a:schemeClr>
          </a:solidFill>
        </p:spPr>
        <p:txBody>
          <a:bodyPr/>
          <a:lstStyle>
            <a:lvl1pPr marL="180975" indent="-180975">
              <a:buFont typeface="Arial" panose="020B0604020202020204" pitchFamily="34" charset="0"/>
              <a:buChar char="•"/>
              <a:defRPr>
                <a:solidFill>
                  <a:schemeClr val="tx1"/>
                </a:solidFill>
              </a:defRPr>
            </a:lvl1pPr>
          </a:lstStyle>
          <a:p>
            <a:r>
              <a:rPr lang="en-US"/>
              <a:t>Click icon to add picture</a:t>
            </a:r>
            <a:endParaRPr lang="de-DE"/>
          </a:p>
        </p:txBody>
      </p:sp>
      <p:sp>
        <p:nvSpPr>
          <p:cNvPr id="10" name="Bildplatzhalter 3"/>
          <p:cNvSpPr>
            <a:spLocks noGrp="1"/>
          </p:cNvSpPr>
          <p:nvPr>
            <p:ph type="pic" sz="quarter" idx="29"/>
          </p:nvPr>
        </p:nvSpPr>
        <p:spPr>
          <a:xfrm>
            <a:off x="5838522" y="3429000"/>
            <a:ext cx="4775149" cy="2344783"/>
          </a:xfrm>
          <a:prstGeom prst="rect">
            <a:avLst/>
          </a:prstGeom>
          <a:solidFill>
            <a:schemeClr val="bg1">
              <a:lumMod val="95000"/>
            </a:schemeClr>
          </a:solidFill>
        </p:spPr>
        <p:txBody>
          <a:bodyPr/>
          <a:lstStyle>
            <a:lvl1pPr marL="180975" indent="-180975">
              <a:buFont typeface="Arial" panose="020B0604020202020204" pitchFamily="34" charset="0"/>
              <a:buChar char="•"/>
              <a:defRPr>
                <a:solidFill>
                  <a:schemeClr val="tx1"/>
                </a:solidFill>
              </a:defRPr>
            </a:lvl1pPr>
          </a:lstStyle>
          <a:p>
            <a:r>
              <a:rPr lang="en-US"/>
              <a:t>Click icon to add picture</a:t>
            </a:r>
            <a:endParaRPr lang="de-DE"/>
          </a:p>
        </p:txBody>
      </p:sp>
      <p:sp>
        <p:nvSpPr>
          <p:cNvPr id="7" name="Textplatzhalter 6"/>
          <p:cNvSpPr>
            <a:spLocks noGrp="1"/>
          </p:cNvSpPr>
          <p:nvPr>
            <p:ph type="body" sz="quarter" idx="31"/>
          </p:nvPr>
        </p:nvSpPr>
        <p:spPr>
          <a:xfrm>
            <a:off x="442913" y="1881188"/>
            <a:ext cx="4781550" cy="1547812"/>
          </a:xfrm>
        </p:spPr>
        <p:txBody>
          <a:bodyPr/>
          <a:lstStyle/>
          <a:p>
            <a:pPr lvl="0"/>
            <a:r>
              <a:rPr lang="en-US"/>
              <a:t>Click to edit Master text styles</a:t>
            </a:r>
          </a:p>
        </p:txBody>
      </p:sp>
      <p:sp>
        <p:nvSpPr>
          <p:cNvPr id="11" name="Textplatzhalter 10"/>
          <p:cNvSpPr>
            <a:spLocks noGrp="1"/>
          </p:cNvSpPr>
          <p:nvPr>
            <p:ph type="body" sz="quarter" idx="32"/>
          </p:nvPr>
        </p:nvSpPr>
        <p:spPr>
          <a:xfrm>
            <a:off x="5838825" y="1881188"/>
            <a:ext cx="4775200" cy="1547812"/>
          </a:xfrm>
        </p:spPr>
        <p:txBody>
          <a:bodyPr/>
          <a:lstStyle/>
          <a:p>
            <a:pPr lvl="0"/>
            <a:r>
              <a:rPr lang="en-US"/>
              <a:t>Click to edit Master text styles</a:t>
            </a:r>
          </a:p>
        </p:txBody>
      </p:sp>
    </p:spTree>
    <p:extLst>
      <p:ext uri="{BB962C8B-B14F-4D97-AF65-F5344CB8AC3E}">
        <p14:creationId xmlns:p14="http://schemas.microsoft.com/office/powerpoint/2010/main" val="1916704738"/>
      </p:ext>
    </p:extLst>
  </p:cSld>
  <p:clrMapOvr>
    <a:masterClrMapping/>
  </p:clrMapOvr>
</p:sldLayout>
</file>

<file path=ppt/slideLayouts/slideLayout6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 userDrawn="1">
  <p:cSld name="4_Überschrift+3-Spalten+Bild groß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" name="Titel 2"/>
          <p:cNvSpPr>
            <a:spLocks noGrp="1"/>
          </p:cNvSpPr>
          <p:nvPr>
            <p:ph type="title"/>
          </p:nvPr>
        </p:nvSpPr>
        <p:spPr>
          <a:xfrm>
            <a:off x="450000" y="980728"/>
            <a:ext cx="10159263" cy="715249"/>
          </a:xfrm>
        </p:spPr>
        <p:txBody>
          <a:bodyPr vert="horz" wrap="square" lIns="0" tIns="0" rIns="0" bIns="0" rtlCol="0" anchor="b">
            <a:noAutofit/>
          </a:bodyPr>
          <a:lstStyle>
            <a:lvl1pPr>
              <a:defRPr lang="de-DE" dirty="0"/>
            </a:lvl1pPr>
          </a:lstStyle>
          <a:p>
            <a:pPr lvl="0"/>
            <a:r>
              <a:rPr lang="en-US"/>
              <a:t>Click to edit Master title style</a:t>
            </a:r>
            <a:endParaRPr lang="de-DE"/>
          </a:p>
        </p:txBody>
      </p:sp>
      <p:sp>
        <p:nvSpPr>
          <p:cNvPr id="5" name="Textplatzhalter 4"/>
          <p:cNvSpPr>
            <a:spLocks noGrp="1"/>
          </p:cNvSpPr>
          <p:nvPr>
            <p:ph type="body" sz="quarter" idx="23" hasCustomPrompt="1"/>
          </p:nvPr>
        </p:nvSpPr>
        <p:spPr>
          <a:xfrm>
            <a:off x="450000" y="1879301"/>
            <a:ext cx="3554696" cy="1041883"/>
          </a:xfrm>
          <a:prstGeom prst="rect">
            <a:avLst/>
          </a:prstGeom>
        </p:spPr>
        <p:txBody>
          <a:bodyPr vert="horz" wrap="square" lIns="0" tIns="0" rIns="0" bIns="0">
            <a:noAutofit/>
          </a:bodyPr>
          <a:lstStyle>
            <a:lvl1pPr marL="0" marR="0" indent="0" algn="l" defTabSz="457200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 typeface="Arial"/>
              <a:buNone/>
              <a:tabLst/>
              <a:defRPr sz="1800"/>
            </a:lvl1pPr>
          </a:lstStyle>
          <a:p>
            <a:pPr marL="0" marR="0" lvl="0" indent="0" algn="l" defTabSz="457200" rtl="0" eaLnBrk="1" fontAlgn="auto" latinLnBrk="0" hangingPunct="1">
              <a:lnSpc>
                <a:spcPct val="100000"/>
              </a:lnSpc>
              <a:spcBef>
                <a:spcPct val="20000"/>
              </a:spcBef>
              <a:spcAft>
                <a:spcPts val="0"/>
              </a:spcAft>
              <a:buClrTx/>
              <a:buSzTx/>
              <a:buFont typeface="Arial"/>
              <a:buNone/>
              <a:tabLst/>
              <a:defRPr/>
            </a:pPr>
            <a:r>
              <a:rPr lang="de-DE"/>
              <a:t>Überschrift einfügen</a:t>
            </a:r>
          </a:p>
        </p:txBody>
      </p:sp>
      <p:sp>
        <p:nvSpPr>
          <p:cNvPr id="12" name="Textplatzhalter 4"/>
          <p:cNvSpPr>
            <a:spLocks noGrp="1"/>
          </p:cNvSpPr>
          <p:nvPr>
            <p:ph type="body" sz="quarter" idx="24" hasCustomPrompt="1"/>
          </p:nvPr>
        </p:nvSpPr>
        <p:spPr>
          <a:xfrm>
            <a:off x="4322196" y="1879301"/>
            <a:ext cx="3554696" cy="1041883"/>
          </a:xfrm>
          <a:prstGeom prst="rect">
            <a:avLst/>
          </a:prstGeom>
        </p:spPr>
        <p:txBody>
          <a:bodyPr vert="horz" wrap="square" lIns="0" tIns="0" rIns="0" bIns="0">
            <a:noAutofit/>
          </a:bodyPr>
          <a:lstStyle>
            <a:lvl1pPr marL="0" marR="0" indent="0" algn="l" defTabSz="457200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 typeface="Arial"/>
              <a:buNone/>
              <a:tabLst/>
              <a:defRPr sz="1800"/>
            </a:lvl1pPr>
          </a:lstStyle>
          <a:p>
            <a:pPr marL="0" marR="0" lvl="0" indent="0" algn="l" defTabSz="457200" rtl="0" eaLnBrk="1" fontAlgn="auto" latinLnBrk="0" hangingPunct="1">
              <a:lnSpc>
                <a:spcPct val="100000"/>
              </a:lnSpc>
              <a:spcBef>
                <a:spcPct val="20000"/>
              </a:spcBef>
              <a:spcAft>
                <a:spcPts val="0"/>
              </a:spcAft>
              <a:buClrTx/>
              <a:buSzTx/>
              <a:buFont typeface="Arial"/>
              <a:buNone/>
              <a:tabLst/>
              <a:defRPr/>
            </a:pPr>
            <a:r>
              <a:rPr lang="de-DE"/>
              <a:t>Überschrift einfügen</a:t>
            </a:r>
          </a:p>
        </p:txBody>
      </p:sp>
      <p:sp>
        <p:nvSpPr>
          <p:cNvPr id="16" name="Textplatzhalter 4"/>
          <p:cNvSpPr>
            <a:spLocks noGrp="1"/>
          </p:cNvSpPr>
          <p:nvPr>
            <p:ph type="body" sz="quarter" idx="26" hasCustomPrompt="1"/>
          </p:nvPr>
        </p:nvSpPr>
        <p:spPr>
          <a:xfrm>
            <a:off x="8194391" y="1879301"/>
            <a:ext cx="3554696" cy="1041883"/>
          </a:xfrm>
          <a:prstGeom prst="rect">
            <a:avLst/>
          </a:prstGeom>
        </p:spPr>
        <p:txBody>
          <a:bodyPr vert="horz" wrap="square" lIns="0" tIns="0" rIns="0" bIns="0">
            <a:noAutofit/>
          </a:bodyPr>
          <a:lstStyle>
            <a:lvl1pPr marL="0" marR="0" indent="0" algn="l" defTabSz="457200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 typeface="Arial"/>
              <a:buNone/>
              <a:tabLst/>
              <a:defRPr sz="1800"/>
            </a:lvl1pPr>
          </a:lstStyle>
          <a:p>
            <a:pPr marL="0" marR="0" lvl="0" indent="0" algn="l" defTabSz="457200" rtl="0" eaLnBrk="1" fontAlgn="auto" latinLnBrk="0" hangingPunct="1">
              <a:lnSpc>
                <a:spcPct val="100000"/>
              </a:lnSpc>
              <a:spcBef>
                <a:spcPct val="20000"/>
              </a:spcBef>
              <a:spcAft>
                <a:spcPts val="0"/>
              </a:spcAft>
              <a:buClrTx/>
              <a:buSzTx/>
              <a:buFont typeface="Arial"/>
              <a:buNone/>
              <a:tabLst/>
              <a:defRPr/>
            </a:pPr>
            <a:r>
              <a:rPr lang="de-DE"/>
              <a:t>Überschrift einfügen</a:t>
            </a:r>
          </a:p>
        </p:txBody>
      </p:sp>
      <p:sp>
        <p:nvSpPr>
          <p:cNvPr id="7" name="Bildplatzhalter 12"/>
          <p:cNvSpPr>
            <a:spLocks noGrp="1"/>
          </p:cNvSpPr>
          <p:nvPr>
            <p:ph type="pic" sz="quarter" idx="29"/>
          </p:nvPr>
        </p:nvSpPr>
        <p:spPr>
          <a:xfrm>
            <a:off x="8194390" y="2921184"/>
            <a:ext cx="3554696" cy="3390716"/>
          </a:xfrm>
          <a:prstGeom prst="rect">
            <a:avLst/>
          </a:prstGeom>
          <a:solidFill>
            <a:schemeClr val="bg1">
              <a:lumMod val="95000"/>
            </a:schemeClr>
          </a:solidFill>
        </p:spPr>
        <p:txBody>
          <a:bodyPr/>
          <a:lstStyle>
            <a:lvl1pPr marL="180975" indent="-180975">
              <a:buFont typeface="Arial" panose="020B0604020202020204" pitchFamily="34" charset="0"/>
              <a:buChar char="•"/>
              <a:defRPr/>
            </a:lvl1pPr>
          </a:lstStyle>
          <a:p>
            <a:r>
              <a:rPr lang="en-US"/>
              <a:t>Click icon to add picture</a:t>
            </a:r>
            <a:endParaRPr lang="de-DE"/>
          </a:p>
        </p:txBody>
      </p:sp>
      <p:sp>
        <p:nvSpPr>
          <p:cNvPr id="8" name="Bildplatzhalter 9"/>
          <p:cNvSpPr>
            <a:spLocks noGrp="1"/>
          </p:cNvSpPr>
          <p:nvPr>
            <p:ph type="pic" sz="quarter" idx="28"/>
          </p:nvPr>
        </p:nvSpPr>
        <p:spPr>
          <a:xfrm>
            <a:off x="4322195" y="2921184"/>
            <a:ext cx="3554696" cy="3390716"/>
          </a:xfrm>
          <a:prstGeom prst="rect">
            <a:avLst/>
          </a:prstGeom>
          <a:solidFill>
            <a:schemeClr val="bg1">
              <a:lumMod val="95000"/>
            </a:schemeClr>
          </a:solidFill>
        </p:spPr>
        <p:txBody>
          <a:bodyPr/>
          <a:lstStyle>
            <a:lvl1pPr marL="180975" indent="-180975">
              <a:buFont typeface="Arial" panose="020B0604020202020204" pitchFamily="34" charset="0"/>
              <a:buChar char="•"/>
              <a:defRPr/>
            </a:lvl1pPr>
          </a:lstStyle>
          <a:p>
            <a:r>
              <a:rPr lang="en-US"/>
              <a:t>Click icon to add picture</a:t>
            </a:r>
            <a:endParaRPr lang="de-DE"/>
          </a:p>
        </p:txBody>
      </p:sp>
      <p:sp>
        <p:nvSpPr>
          <p:cNvPr id="9" name="Bildplatzhalter 3"/>
          <p:cNvSpPr>
            <a:spLocks noGrp="1"/>
          </p:cNvSpPr>
          <p:nvPr>
            <p:ph type="pic" sz="quarter" idx="27"/>
          </p:nvPr>
        </p:nvSpPr>
        <p:spPr>
          <a:xfrm>
            <a:off x="450000" y="2921184"/>
            <a:ext cx="3554696" cy="3390716"/>
          </a:xfrm>
          <a:prstGeom prst="rect">
            <a:avLst/>
          </a:prstGeom>
          <a:solidFill>
            <a:schemeClr val="bg1">
              <a:lumMod val="95000"/>
            </a:schemeClr>
          </a:solidFill>
        </p:spPr>
        <p:txBody>
          <a:bodyPr/>
          <a:lstStyle>
            <a:lvl1pPr marL="180975" indent="-180975">
              <a:buFont typeface="Arial" panose="020B0604020202020204" pitchFamily="34" charset="0"/>
              <a:buChar char="•"/>
              <a:defRPr/>
            </a:lvl1pPr>
          </a:lstStyle>
          <a:p>
            <a:r>
              <a:rPr lang="en-US"/>
              <a:t>Click icon to add picture</a:t>
            </a:r>
            <a:endParaRPr lang="de-DE"/>
          </a:p>
        </p:txBody>
      </p:sp>
    </p:spTree>
    <p:extLst>
      <p:ext uri="{BB962C8B-B14F-4D97-AF65-F5344CB8AC3E}">
        <p14:creationId xmlns:p14="http://schemas.microsoft.com/office/powerpoint/2010/main" val="4263993304"/>
      </p:ext>
    </p:extLst>
  </p:cSld>
  <p:clrMapOvr>
    <a:masterClrMapping/>
  </p:clrMapOvr>
</p:sldLayout>
</file>

<file path=ppt/slideLayouts/slideLayout7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 userDrawn="1">
  <p:cSld name="5a_Überschrift+2-Textspalte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" name="Titel 2"/>
          <p:cNvSpPr>
            <a:spLocks noGrp="1"/>
          </p:cNvSpPr>
          <p:nvPr>
            <p:ph type="title"/>
          </p:nvPr>
        </p:nvSpPr>
        <p:spPr>
          <a:xfrm>
            <a:off x="450000" y="980728"/>
            <a:ext cx="10159263" cy="715249"/>
          </a:xfrm>
        </p:spPr>
        <p:txBody>
          <a:bodyPr vert="horz" wrap="square" lIns="0" tIns="0" rIns="0" bIns="0" rtlCol="0" anchor="b">
            <a:noAutofit/>
          </a:bodyPr>
          <a:lstStyle>
            <a:lvl1pPr>
              <a:defRPr lang="de-DE" dirty="0"/>
            </a:lvl1pPr>
          </a:lstStyle>
          <a:p>
            <a:pPr lvl="0"/>
            <a:r>
              <a:rPr lang="en-US"/>
              <a:t>Click to edit Master title style</a:t>
            </a:r>
            <a:endParaRPr lang="de-DE"/>
          </a:p>
        </p:txBody>
      </p:sp>
      <p:sp>
        <p:nvSpPr>
          <p:cNvPr id="4" name="Textplatzhalter 3"/>
          <p:cNvSpPr>
            <a:spLocks noGrp="1"/>
          </p:cNvSpPr>
          <p:nvPr>
            <p:ph type="body" sz="quarter" idx="11"/>
          </p:nvPr>
        </p:nvSpPr>
        <p:spPr>
          <a:xfrm>
            <a:off x="6096000" y="1879600"/>
            <a:ext cx="5653088" cy="4430713"/>
          </a:xfrm>
        </p:spPr>
        <p:txBody>
          <a:bodyPr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8" name="Textplatzhalter 7"/>
          <p:cNvSpPr>
            <a:spLocks noGrp="1"/>
          </p:cNvSpPr>
          <p:nvPr>
            <p:ph type="body" sz="quarter" idx="12"/>
          </p:nvPr>
        </p:nvSpPr>
        <p:spPr>
          <a:xfrm>
            <a:off x="449263" y="1881188"/>
            <a:ext cx="5341937" cy="4429125"/>
          </a:xfrm>
        </p:spPr>
        <p:txBody>
          <a:bodyPr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</p:spTree>
    <p:extLst>
      <p:ext uri="{BB962C8B-B14F-4D97-AF65-F5344CB8AC3E}">
        <p14:creationId xmlns:p14="http://schemas.microsoft.com/office/powerpoint/2010/main" val="3461865259"/>
      </p:ext>
    </p:extLst>
  </p:cSld>
  <p:clrMapOvr>
    <a:masterClrMapping/>
  </p:clrMapOvr>
</p:sldLayout>
</file>

<file path=ppt/slideLayouts/slideLayout8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 userDrawn="1">
  <p:cSld name="5b_Überschrift+3-Textspalte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" name="Titel 2"/>
          <p:cNvSpPr>
            <a:spLocks noGrp="1"/>
          </p:cNvSpPr>
          <p:nvPr>
            <p:ph type="title"/>
          </p:nvPr>
        </p:nvSpPr>
        <p:spPr>
          <a:xfrm>
            <a:off x="450000" y="980728"/>
            <a:ext cx="10159263" cy="715249"/>
          </a:xfrm>
        </p:spPr>
        <p:txBody>
          <a:bodyPr vert="horz" wrap="square" lIns="0" tIns="0" rIns="0" bIns="0" rtlCol="0" anchor="b">
            <a:noAutofit/>
          </a:bodyPr>
          <a:lstStyle>
            <a:lvl1pPr>
              <a:defRPr lang="de-DE" dirty="0"/>
            </a:lvl1pPr>
          </a:lstStyle>
          <a:p>
            <a:pPr lvl="0"/>
            <a:r>
              <a:rPr lang="en-US"/>
              <a:t>Click to edit Master title style</a:t>
            </a:r>
            <a:endParaRPr lang="de-DE"/>
          </a:p>
        </p:txBody>
      </p:sp>
      <p:sp>
        <p:nvSpPr>
          <p:cNvPr id="6" name="Textplatzhalter 5"/>
          <p:cNvSpPr>
            <a:spLocks noGrp="1"/>
          </p:cNvSpPr>
          <p:nvPr>
            <p:ph type="body" sz="quarter" idx="39"/>
          </p:nvPr>
        </p:nvSpPr>
        <p:spPr>
          <a:xfrm>
            <a:off x="4322763" y="1876347"/>
            <a:ext cx="3554412" cy="4427537"/>
          </a:xfrm>
        </p:spPr>
        <p:txBody>
          <a:bodyPr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8" name="Textplatzhalter 7"/>
          <p:cNvSpPr>
            <a:spLocks noGrp="1"/>
          </p:cNvSpPr>
          <p:nvPr>
            <p:ph type="body" sz="quarter" idx="40"/>
          </p:nvPr>
        </p:nvSpPr>
        <p:spPr>
          <a:xfrm>
            <a:off x="8197850" y="1876347"/>
            <a:ext cx="3551238" cy="4427537"/>
          </a:xfrm>
        </p:spPr>
        <p:txBody>
          <a:bodyPr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12" name="Textplatzhalter 7"/>
          <p:cNvSpPr>
            <a:spLocks noGrp="1"/>
          </p:cNvSpPr>
          <p:nvPr>
            <p:ph type="body" sz="quarter" idx="12"/>
          </p:nvPr>
        </p:nvSpPr>
        <p:spPr>
          <a:xfrm>
            <a:off x="449264" y="1881188"/>
            <a:ext cx="3556000" cy="4429125"/>
          </a:xfrm>
        </p:spPr>
        <p:txBody>
          <a:bodyPr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</p:spTree>
    <p:extLst>
      <p:ext uri="{BB962C8B-B14F-4D97-AF65-F5344CB8AC3E}">
        <p14:creationId xmlns:p14="http://schemas.microsoft.com/office/powerpoint/2010/main" val="2747117305"/>
      </p:ext>
    </p:extLst>
  </p:cSld>
  <p:clrMapOvr>
    <a:masterClrMapping/>
  </p:clrMapOvr>
</p:sldLayout>
</file>

<file path=ppt/slideLayouts/slideLayout9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 userDrawn="1">
  <p:cSld name="6_Überschrift+3-Spalten+Bild klei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graphicFrame>
        <p:nvGraphicFramePr>
          <p:cNvPr id="2" name="Objekt 1" hidden="1"/>
          <p:cNvGraphicFramePr>
            <a:graphicFrameLocks noChangeAspect="1"/>
          </p:cNvGraphicFramePr>
          <p:nvPr userDrawn="1">
            <p:custDataLst>
              <p:tags r:id="rId1"/>
            </p:custDataLst>
            <p:extLst>
              <p:ext uri="{D42A27DB-BD31-4B8C-83A1-F6EECF244321}">
                <p14:modId xmlns:p14="http://schemas.microsoft.com/office/powerpoint/2010/main" val="1666366415"/>
              </p:ext>
            </p:extLst>
          </p:nvPr>
        </p:nvGraphicFramePr>
        <p:xfrm>
          <a:off x="2118" y="1589"/>
          <a:ext cx="2116" cy="1587"/>
        </p:xfrm>
        <a:graphic>
          <a:graphicData uri="http://schemas.openxmlformats.org/presentationml/2006/ole">
            <mc:AlternateContent xmlns:mc="http://schemas.openxmlformats.org/markup-compatibility/2006">
              <mc:Choice xmlns:v="urn:schemas-microsoft-com:vml" Requires="v">
                <p:oleObj name="think-cell Folie" r:id="rId3" imgW="270" imgH="270" progId="TCLayout.ActiveDocument.1">
                  <p:embed/>
                </p:oleObj>
              </mc:Choice>
              <mc:Fallback>
                <p:oleObj name="think-cell Folie" r:id="rId3" imgW="270" imgH="270" progId="TCLayout.ActiveDocument.1">
                  <p:embed/>
                  <p:pic>
                    <p:nvPicPr>
                      <p:cNvPr id="2" name="Objekt 1" hidden="1"/>
                      <p:cNvPicPr/>
                      <p:nvPr/>
                    </p:nvPicPr>
                    <p:blipFill>
                      <a:blip r:embed="rId4"/>
                      <a:stretch>
                        <a:fillRect/>
                      </a:stretch>
                    </p:blipFill>
                    <p:spPr>
                      <a:xfrm>
                        <a:off x="2118" y="1589"/>
                        <a:ext cx="2116" cy="1587"/>
                      </a:xfrm>
                      <a:prstGeom prst="rect">
                        <a:avLst/>
                      </a:prstGeom>
                    </p:spPr>
                  </p:pic>
                </p:oleObj>
              </mc:Fallback>
            </mc:AlternateContent>
          </a:graphicData>
        </a:graphic>
      </p:graphicFrame>
      <p:sp>
        <p:nvSpPr>
          <p:cNvPr id="3" name="Titel 2"/>
          <p:cNvSpPr>
            <a:spLocks noGrp="1"/>
          </p:cNvSpPr>
          <p:nvPr>
            <p:ph type="title"/>
          </p:nvPr>
        </p:nvSpPr>
        <p:spPr>
          <a:xfrm>
            <a:off x="450000" y="980728"/>
            <a:ext cx="10159263" cy="715249"/>
          </a:xfrm>
        </p:spPr>
        <p:txBody>
          <a:bodyPr vert="horz" wrap="square" lIns="0" tIns="0" rIns="0" bIns="0" rtlCol="0" anchor="b">
            <a:noAutofit/>
          </a:bodyPr>
          <a:lstStyle>
            <a:lvl1pPr>
              <a:defRPr lang="de-DE"/>
            </a:lvl1pPr>
          </a:lstStyle>
          <a:p>
            <a:pPr lvl="0"/>
            <a:r>
              <a:rPr lang="en-US"/>
              <a:t>Click to edit Master title style</a:t>
            </a:r>
            <a:endParaRPr lang="de-DE"/>
          </a:p>
        </p:txBody>
      </p:sp>
      <p:sp>
        <p:nvSpPr>
          <p:cNvPr id="22" name="Textplatzhalter 7"/>
          <p:cNvSpPr>
            <a:spLocks noGrp="1"/>
          </p:cNvSpPr>
          <p:nvPr>
            <p:ph type="body" sz="quarter" idx="25" hasCustomPrompt="1"/>
          </p:nvPr>
        </p:nvSpPr>
        <p:spPr>
          <a:xfrm>
            <a:off x="450000" y="5910263"/>
            <a:ext cx="3554696" cy="401090"/>
          </a:xfrm>
          <a:prstGeom prst="rect">
            <a:avLst/>
          </a:prstGeom>
        </p:spPr>
        <p:txBody>
          <a:bodyPr vert="horz" lIns="0" tIns="0" rIns="0" bIns="0"/>
          <a:lstStyle>
            <a:lvl1pPr marL="0" indent="0">
              <a:lnSpc>
                <a:spcPct val="100000"/>
              </a:lnSpc>
              <a:spcBef>
                <a:spcPts val="0"/>
              </a:spcBef>
              <a:buFontTx/>
              <a:buNone/>
              <a:defRPr sz="1000">
                <a:solidFill>
                  <a:schemeClr val="tx1"/>
                </a:solidFill>
                <a:latin typeface="Calibri Light"/>
              </a:defRPr>
            </a:lvl1pPr>
          </a:lstStyle>
          <a:p>
            <a:pPr lvl="0"/>
            <a:r>
              <a:rPr lang="de-DE"/>
              <a:t>Bildunterschrift einfügen</a:t>
            </a:r>
          </a:p>
        </p:txBody>
      </p:sp>
      <p:sp>
        <p:nvSpPr>
          <p:cNvPr id="23" name="Textplatzhalter 7"/>
          <p:cNvSpPr>
            <a:spLocks noGrp="1"/>
          </p:cNvSpPr>
          <p:nvPr>
            <p:ph type="body" sz="quarter" idx="29" hasCustomPrompt="1"/>
          </p:nvPr>
        </p:nvSpPr>
        <p:spPr>
          <a:xfrm>
            <a:off x="4322195" y="5910263"/>
            <a:ext cx="3554696" cy="401090"/>
          </a:xfrm>
          <a:prstGeom prst="rect">
            <a:avLst/>
          </a:prstGeom>
        </p:spPr>
        <p:txBody>
          <a:bodyPr vert="horz" lIns="0" tIns="0" rIns="0" bIns="0"/>
          <a:lstStyle>
            <a:lvl1pPr marL="0" indent="0">
              <a:lnSpc>
                <a:spcPct val="100000"/>
              </a:lnSpc>
              <a:spcBef>
                <a:spcPts val="0"/>
              </a:spcBef>
              <a:buFontTx/>
              <a:buNone/>
              <a:defRPr sz="1000">
                <a:solidFill>
                  <a:schemeClr val="tx1"/>
                </a:solidFill>
                <a:latin typeface="Calibri Light"/>
              </a:defRPr>
            </a:lvl1pPr>
          </a:lstStyle>
          <a:p>
            <a:pPr lvl="0"/>
            <a:r>
              <a:rPr lang="de-DE"/>
              <a:t>Bildunterschrift einfügen</a:t>
            </a:r>
          </a:p>
        </p:txBody>
      </p:sp>
      <p:sp>
        <p:nvSpPr>
          <p:cNvPr id="24" name="Textplatzhalter 7"/>
          <p:cNvSpPr>
            <a:spLocks noGrp="1"/>
          </p:cNvSpPr>
          <p:nvPr>
            <p:ph type="body" sz="quarter" idx="30" hasCustomPrompt="1"/>
          </p:nvPr>
        </p:nvSpPr>
        <p:spPr>
          <a:xfrm>
            <a:off x="8194390" y="5910263"/>
            <a:ext cx="3554696" cy="401090"/>
          </a:xfrm>
          <a:prstGeom prst="rect">
            <a:avLst/>
          </a:prstGeom>
        </p:spPr>
        <p:txBody>
          <a:bodyPr vert="horz" lIns="0" tIns="0" rIns="0" bIns="0"/>
          <a:lstStyle>
            <a:lvl1pPr marL="0" indent="0">
              <a:lnSpc>
                <a:spcPct val="100000"/>
              </a:lnSpc>
              <a:spcBef>
                <a:spcPts val="0"/>
              </a:spcBef>
              <a:buFontTx/>
              <a:buNone/>
              <a:defRPr sz="1000">
                <a:solidFill>
                  <a:schemeClr val="tx1"/>
                </a:solidFill>
                <a:latin typeface="Calibri Light"/>
              </a:defRPr>
            </a:lvl1pPr>
          </a:lstStyle>
          <a:p>
            <a:pPr lvl="0"/>
            <a:r>
              <a:rPr lang="de-DE"/>
              <a:t>Bildunterschrift einfügen</a:t>
            </a:r>
          </a:p>
        </p:txBody>
      </p:sp>
      <p:sp>
        <p:nvSpPr>
          <p:cNvPr id="11" name="Bildplatzhalter 8"/>
          <p:cNvSpPr>
            <a:spLocks noGrp="1"/>
          </p:cNvSpPr>
          <p:nvPr>
            <p:ph type="pic" sz="quarter" idx="38"/>
          </p:nvPr>
        </p:nvSpPr>
        <p:spPr>
          <a:xfrm>
            <a:off x="8197850" y="3987800"/>
            <a:ext cx="3551236" cy="1916113"/>
          </a:xfrm>
          <a:prstGeom prst="rect">
            <a:avLst/>
          </a:prstGeom>
          <a:solidFill>
            <a:schemeClr val="bg1">
              <a:lumMod val="95000"/>
            </a:schemeClr>
          </a:solidFill>
        </p:spPr>
        <p:txBody>
          <a:bodyPr/>
          <a:lstStyle>
            <a:lvl1pPr marL="180975" indent="-180975">
              <a:buFont typeface="Arial" panose="020B0604020202020204" pitchFamily="34" charset="0"/>
              <a:buChar char="•"/>
              <a:defRPr>
                <a:solidFill>
                  <a:schemeClr val="tx1"/>
                </a:solidFill>
              </a:defRPr>
            </a:lvl1pPr>
          </a:lstStyle>
          <a:p>
            <a:r>
              <a:rPr lang="en-US"/>
              <a:t>Click icon to add picture</a:t>
            </a:r>
            <a:endParaRPr lang="de-DE"/>
          </a:p>
        </p:txBody>
      </p:sp>
      <p:sp>
        <p:nvSpPr>
          <p:cNvPr id="12" name="Bildplatzhalter 6"/>
          <p:cNvSpPr>
            <a:spLocks noGrp="1"/>
          </p:cNvSpPr>
          <p:nvPr>
            <p:ph type="pic" sz="quarter" idx="37"/>
          </p:nvPr>
        </p:nvSpPr>
        <p:spPr>
          <a:xfrm>
            <a:off x="4322195" y="3987800"/>
            <a:ext cx="3554696" cy="1916113"/>
          </a:xfrm>
          <a:prstGeom prst="rect">
            <a:avLst/>
          </a:prstGeom>
          <a:solidFill>
            <a:schemeClr val="bg1">
              <a:lumMod val="95000"/>
            </a:schemeClr>
          </a:solidFill>
        </p:spPr>
        <p:txBody>
          <a:bodyPr/>
          <a:lstStyle>
            <a:lvl1pPr marL="180975" indent="-180975">
              <a:buFont typeface="Arial" panose="020B0604020202020204" pitchFamily="34" charset="0"/>
              <a:buChar char="•"/>
              <a:defRPr>
                <a:solidFill>
                  <a:schemeClr val="tx1"/>
                </a:solidFill>
              </a:defRPr>
            </a:lvl1pPr>
          </a:lstStyle>
          <a:p>
            <a:r>
              <a:rPr lang="en-US"/>
              <a:t>Click icon to add picture</a:t>
            </a:r>
            <a:endParaRPr lang="de-DE"/>
          </a:p>
        </p:txBody>
      </p:sp>
      <p:sp>
        <p:nvSpPr>
          <p:cNvPr id="13" name="Bildplatzhalter 4"/>
          <p:cNvSpPr>
            <a:spLocks noGrp="1"/>
          </p:cNvSpPr>
          <p:nvPr>
            <p:ph type="pic" sz="quarter" idx="36"/>
          </p:nvPr>
        </p:nvSpPr>
        <p:spPr>
          <a:xfrm>
            <a:off x="450000" y="3987800"/>
            <a:ext cx="3554696" cy="1916113"/>
          </a:xfrm>
          <a:prstGeom prst="rect">
            <a:avLst/>
          </a:prstGeom>
          <a:solidFill>
            <a:schemeClr val="bg1">
              <a:lumMod val="95000"/>
            </a:schemeClr>
          </a:solidFill>
        </p:spPr>
        <p:txBody>
          <a:bodyPr/>
          <a:lstStyle>
            <a:lvl1pPr marL="180975" indent="-180975">
              <a:buFont typeface="Arial" panose="020B0604020202020204" pitchFamily="34" charset="0"/>
              <a:buChar char="•"/>
              <a:defRPr>
                <a:solidFill>
                  <a:schemeClr val="tx1"/>
                </a:solidFill>
              </a:defRPr>
            </a:lvl1pPr>
          </a:lstStyle>
          <a:p>
            <a:r>
              <a:rPr lang="en-US"/>
              <a:t>Click icon to add picture</a:t>
            </a:r>
            <a:endParaRPr lang="de-DE"/>
          </a:p>
        </p:txBody>
      </p:sp>
      <p:sp>
        <p:nvSpPr>
          <p:cNvPr id="15" name="Textplatzhalter 3"/>
          <p:cNvSpPr>
            <a:spLocks noGrp="1"/>
          </p:cNvSpPr>
          <p:nvPr>
            <p:ph type="body" sz="quarter" idx="39"/>
          </p:nvPr>
        </p:nvSpPr>
        <p:spPr>
          <a:xfrm>
            <a:off x="442913" y="1886247"/>
            <a:ext cx="3558323" cy="2105782"/>
          </a:xfrm>
        </p:spPr>
        <p:txBody>
          <a:bodyPr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16" name="Textplatzhalter 5"/>
          <p:cNvSpPr>
            <a:spLocks noGrp="1"/>
          </p:cNvSpPr>
          <p:nvPr>
            <p:ph type="body" sz="quarter" idx="40"/>
          </p:nvPr>
        </p:nvSpPr>
        <p:spPr>
          <a:xfrm>
            <a:off x="4322763" y="1881188"/>
            <a:ext cx="3554412" cy="2106612"/>
          </a:xfrm>
        </p:spPr>
        <p:txBody>
          <a:bodyPr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17" name="Textplatzhalter 7"/>
          <p:cNvSpPr>
            <a:spLocks noGrp="1"/>
          </p:cNvSpPr>
          <p:nvPr>
            <p:ph type="body" sz="quarter" idx="41"/>
          </p:nvPr>
        </p:nvSpPr>
        <p:spPr>
          <a:xfrm>
            <a:off x="8197850" y="1881188"/>
            <a:ext cx="3551238" cy="2106612"/>
          </a:xfrm>
        </p:spPr>
        <p:txBody>
          <a:bodyPr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</p:spTree>
    <p:extLst>
      <p:ext uri="{BB962C8B-B14F-4D97-AF65-F5344CB8AC3E}">
        <p14:creationId xmlns:p14="http://schemas.microsoft.com/office/powerpoint/2010/main" val="64263932"/>
      </p:ext>
    </p:extLst>
  </p:cSld>
  <p:clrMapOvr>
    <a:masterClrMapping/>
  </p:clrMapOvr>
</p:sldLayout>
</file>

<file path=ppt/slideLayouts/slideLayout10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 userDrawn="1">
  <p:cSld name="7_Spalte+Bild-1/1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" name="Titel 2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/>
              <a:t>Click to edit Master title style</a:t>
            </a:r>
            <a:endParaRPr lang="de-DE"/>
          </a:p>
        </p:txBody>
      </p:sp>
      <p:sp>
        <p:nvSpPr>
          <p:cNvPr id="5" name="Bildplatzhalter 4"/>
          <p:cNvSpPr>
            <a:spLocks noGrp="1"/>
          </p:cNvSpPr>
          <p:nvPr>
            <p:ph type="pic" sz="quarter" idx="19"/>
          </p:nvPr>
        </p:nvSpPr>
        <p:spPr>
          <a:xfrm>
            <a:off x="6096000" y="1879302"/>
            <a:ext cx="4513262" cy="4431012"/>
          </a:xfrm>
          <a:prstGeom prst="rect">
            <a:avLst/>
          </a:prstGeom>
          <a:solidFill>
            <a:schemeClr val="bg1">
              <a:lumMod val="95000"/>
            </a:schemeClr>
          </a:solidFill>
        </p:spPr>
        <p:txBody>
          <a:bodyPr/>
          <a:lstStyle>
            <a:lvl1pPr marL="180975" indent="-180975">
              <a:buFont typeface="Arial" panose="020B0604020202020204" pitchFamily="34" charset="0"/>
              <a:buChar char="•"/>
              <a:defRPr>
                <a:solidFill>
                  <a:schemeClr val="tx1"/>
                </a:solidFill>
              </a:defRPr>
            </a:lvl1pPr>
          </a:lstStyle>
          <a:p>
            <a:r>
              <a:rPr lang="en-US"/>
              <a:t>Click icon to add picture</a:t>
            </a:r>
            <a:endParaRPr lang="de-DE"/>
          </a:p>
        </p:txBody>
      </p:sp>
      <p:sp>
        <p:nvSpPr>
          <p:cNvPr id="7" name="Textplatzhalter 7"/>
          <p:cNvSpPr>
            <a:spLocks noGrp="1"/>
          </p:cNvSpPr>
          <p:nvPr>
            <p:ph type="body" sz="quarter" idx="12"/>
          </p:nvPr>
        </p:nvSpPr>
        <p:spPr>
          <a:xfrm>
            <a:off x="449263" y="1881188"/>
            <a:ext cx="5341937" cy="4429125"/>
          </a:xfrm>
        </p:spPr>
        <p:txBody>
          <a:bodyPr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</p:spTree>
    <p:extLst>
      <p:ext uri="{BB962C8B-B14F-4D97-AF65-F5344CB8AC3E}">
        <p14:creationId xmlns:p14="http://schemas.microsoft.com/office/powerpoint/2010/main" val="1486166017"/>
      </p:ext>
    </p:extLst>
  </p:cSld>
  <p:clrMapOvr>
    <a:masterClrMapping/>
  </p:clrMapOvr>
</p:sldLayout>
</file>

<file path=ppt/slideLayouts/slideLayout11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 userDrawn="1">
  <p:cSld name="8_Spalte+Bild-2/1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" name="Titel 2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/>
              <a:t>Click to edit Master title style</a:t>
            </a:r>
            <a:endParaRPr lang="de-DE"/>
          </a:p>
        </p:txBody>
      </p:sp>
      <p:sp>
        <p:nvSpPr>
          <p:cNvPr id="5" name="Bildplatzhalter 4"/>
          <p:cNvSpPr>
            <a:spLocks noGrp="1"/>
          </p:cNvSpPr>
          <p:nvPr>
            <p:ph type="pic" sz="quarter" idx="19"/>
          </p:nvPr>
        </p:nvSpPr>
        <p:spPr>
          <a:xfrm>
            <a:off x="8194675" y="1879302"/>
            <a:ext cx="3563937" cy="4429424"/>
          </a:xfrm>
          <a:prstGeom prst="rect">
            <a:avLst/>
          </a:prstGeom>
          <a:solidFill>
            <a:schemeClr val="bg1">
              <a:lumMod val="95000"/>
            </a:schemeClr>
          </a:solidFill>
        </p:spPr>
        <p:txBody>
          <a:bodyPr/>
          <a:lstStyle>
            <a:lvl1pPr marL="180975" indent="-180975">
              <a:buFont typeface="Arial" panose="020B0604020202020204" pitchFamily="34" charset="0"/>
              <a:buChar char="•"/>
              <a:defRPr>
                <a:solidFill>
                  <a:schemeClr val="tx1"/>
                </a:solidFill>
              </a:defRPr>
            </a:lvl1pPr>
          </a:lstStyle>
          <a:p>
            <a:r>
              <a:rPr lang="en-US"/>
              <a:t>Click icon to add picture</a:t>
            </a:r>
            <a:endParaRPr lang="de-DE"/>
          </a:p>
        </p:txBody>
      </p:sp>
      <p:sp>
        <p:nvSpPr>
          <p:cNvPr id="7" name="Textplatzhalter 7"/>
          <p:cNvSpPr>
            <a:spLocks noGrp="1"/>
          </p:cNvSpPr>
          <p:nvPr>
            <p:ph type="body" sz="quarter" idx="12"/>
          </p:nvPr>
        </p:nvSpPr>
        <p:spPr>
          <a:xfrm>
            <a:off x="449263" y="1881188"/>
            <a:ext cx="7427912" cy="4429125"/>
          </a:xfrm>
        </p:spPr>
        <p:txBody>
          <a:bodyPr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</p:spTree>
    <p:extLst>
      <p:ext uri="{BB962C8B-B14F-4D97-AF65-F5344CB8AC3E}">
        <p14:creationId xmlns:p14="http://schemas.microsoft.com/office/powerpoint/2010/main" val="4164222187"/>
      </p:ext>
    </p:extLst>
  </p:cSld>
  <p:clrMapOvr>
    <a:masterClrMapping/>
  </p:clrMapOvr>
</p:sldLayout>
</file>

<file path=ppt/slideLayouts/slideLayout12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 userDrawn="1">
  <p:cSld name="9_Bild-Vollformat">
    <p:bg>
      <p:bgPr>
        <a:solidFill>
          <a:schemeClr val="bg1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graphicFrame>
        <p:nvGraphicFramePr>
          <p:cNvPr id="6" name="Objekt 5" hidden="1"/>
          <p:cNvGraphicFramePr>
            <a:graphicFrameLocks noChangeAspect="1"/>
          </p:cNvGraphicFramePr>
          <p:nvPr userDrawn="1">
            <p:custDataLst>
              <p:tags r:id="rId1"/>
            </p:custDataLst>
            <p:extLst>
              <p:ext uri="{D42A27DB-BD31-4B8C-83A1-F6EECF244321}">
                <p14:modId xmlns:p14="http://schemas.microsoft.com/office/powerpoint/2010/main" val="2441913864"/>
              </p:ext>
            </p:extLst>
          </p:nvPr>
        </p:nvGraphicFramePr>
        <p:xfrm>
          <a:off x="2118" y="1589"/>
          <a:ext cx="2116" cy="1587"/>
        </p:xfrm>
        <a:graphic>
          <a:graphicData uri="http://schemas.openxmlformats.org/presentationml/2006/ole">
            <mc:AlternateContent xmlns:mc="http://schemas.openxmlformats.org/markup-compatibility/2006">
              <mc:Choice xmlns:v="urn:schemas-microsoft-com:vml" Requires="v">
                <p:oleObj name="think-cell Folie" r:id="rId3" imgW="270" imgH="270" progId="TCLayout.ActiveDocument.1">
                  <p:embed/>
                </p:oleObj>
              </mc:Choice>
              <mc:Fallback>
                <p:oleObj name="think-cell Folie" r:id="rId3" imgW="270" imgH="270" progId="TCLayout.ActiveDocument.1">
                  <p:embed/>
                  <p:pic>
                    <p:nvPicPr>
                      <p:cNvPr id="6" name="Objekt 5" hidden="1"/>
                      <p:cNvPicPr/>
                      <p:nvPr/>
                    </p:nvPicPr>
                    <p:blipFill>
                      <a:blip r:embed="rId4"/>
                      <a:stretch>
                        <a:fillRect/>
                      </a:stretch>
                    </p:blipFill>
                    <p:spPr>
                      <a:xfrm>
                        <a:off x="2118" y="1589"/>
                        <a:ext cx="2116" cy="1587"/>
                      </a:xfrm>
                      <a:prstGeom prst="rect">
                        <a:avLst/>
                      </a:prstGeom>
                    </p:spPr>
                  </p:pic>
                </p:oleObj>
              </mc:Fallback>
            </mc:AlternateContent>
          </a:graphicData>
        </a:graphic>
      </p:graphicFrame>
      <p:sp>
        <p:nvSpPr>
          <p:cNvPr id="5" name="Bildplatzhalter 3"/>
          <p:cNvSpPr>
            <a:spLocks noGrp="1"/>
          </p:cNvSpPr>
          <p:nvPr>
            <p:ph type="pic" sz="quarter" idx="12"/>
          </p:nvPr>
        </p:nvSpPr>
        <p:spPr>
          <a:xfrm>
            <a:off x="0" y="0"/>
            <a:ext cx="12192000" cy="6858000"/>
          </a:xfrm>
          <a:prstGeom prst="rect">
            <a:avLst/>
          </a:prstGeom>
          <a:solidFill>
            <a:schemeClr val="bg1">
              <a:lumMod val="95000"/>
            </a:schemeClr>
          </a:solidFill>
        </p:spPr>
        <p:txBody>
          <a:bodyPr/>
          <a:lstStyle>
            <a:lvl1pPr marL="180975" indent="-180975">
              <a:buFont typeface="Arial" panose="020B0604020202020204" pitchFamily="34" charset="0"/>
              <a:buChar char="•"/>
              <a:defRPr/>
            </a:lvl1pPr>
          </a:lstStyle>
          <a:p>
            <a:r>
              <a:rPr lang="en-US"/>
              <a:t>Click icon to add picture</a:t>
            </a:r>
            <a:endParaRPr lang="de-DE"/>
          </a:p>
        </p:txBody>
      </p:sp>
      <p:sp>
        <p:nvSpPr>
          <p:cNvPr id="3" name="Textplatzhalter 2"/>
          <p:cNvSpPr>
            <a:spLocks noGrp="1"/>
          </p:cNvSpPr>
          <p:nvPr>
            <p:ph type="body" sz="quarter" idx="11"/>
          </p:nvPr>
        </p:nvSpPr>
        <p:spPr>
          <a:xfrm>
            <a:off x="4012901" y="4401000"/>
            <a:ext cx="4285920" cy="923330"/>
          </a:xfrm>
          <a:prstGeom prst="rect">
            <a:avLst/>
          </a:prstGeom>
          <a:noFill/>
        </p:spPr>
        <p:txBody>
          <a:bodyPr wrap="square" lIns="0" tIns="0" rIns="0" bIns="0" rtlCol="0" anchor="t" anchorCtr="0">
            <a:spAutoFit/>
          </a:bodyPr>
          <a:lstStyle>
            <a:lvl1pPr marL="0" indent="0">
              <a:spcBef>
                <a:spcPts val="0"/>
              </a:spcBef>
              <a:buFont typeface="Arial" panose="020B0604020202020204" pitchFamily="34" charset="0"/>
              <a:buNone/>
              <a:defRPr lang="de-DE" sz="3000" dirty="0" smtClean="0">
                <a:solidFill>
                  <a:srgbClr val="FFFFFF"/>
                </a:solidFill>
              </a:defRPr>
            </a:lvl1pPr>
          </a:lstStyle>
          <a:p>
            <a:pPr marL="0" lvl="0" defTabSz="457158"/>
            <a:r>
              <a:rPr lang="en-US"/>
              <a:t>Click to edit Master text styles</a:t>
            </a:r>
          </a:p>
        </p:txBody>
      </p:sp>
    </p:spTree>
    <p:extLst>
      <p:ext uri="{BB962C8B-B14F-4D97-AF65-F5344CB8AC3E}">
        <p14:creationId xmlns:p14="http://schemas.microsoft.com/office/powerpoint/2010/main" val="601892194"/>
      </p:ext>
    </p:extLst>
  </p:cSld>
  <p:clrMapOvr>
    <a:masterClrMapping/>
  </p:clrMapOvr>
</p:sldLayout>
</file>

<file path=ppt/slideLayouts/slideLayout13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 userDrawn="1">
  <p:cSld name="10_Bild+Logoaussparung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graphicFrame>
        <p:nvGraphicFramePr>
          <p:cNvPr id="2" name="Objekt 1" hidden="1"/>
          <p:cNvGraphicFramePr>
            <a:graphicFrameLocks noChangeAspect="1"/>
          </p:cNvGraphicFramePr>
          <p:nvPr userDrawn="1">
            <p:custDataLst>
              <p:tags r:id="rId1"/>
            </p:custDataLst>
            <p:extLst>
              <p:ext uri="{D42A27DB-BD31-4B8C-83A1-F6EECF244321}">
                <p14:modId xmlns:p14="http://schemas.microsoft.com/office/powerpoint/2010/main" val="404481354"/>
              </p:ext>
            </p:extLst>
          </p:nvPr>
        </p:nvGraphicFramePr>
        <p:xfrm>
          <a:off x="1588" y="1588"/>
          <a:ext cx="1587" cy="1587"/>
        </p:xfrm>
        <a:graphic>
          <a:graphicData uri="http://schemas.openxmlformats.org/presentationml/2006/ole">
            <mc:AlternateContent xmlns:mc="http://schemas.openxmlformats.org/markup-compatibility/2006">
              <mc:Choice xmlns:v="urn:schemas-microsoft-com:vml" Requires="v">
                <p:oleObj name="think-cell Folie" r:id="rId3" imgW="270" imgH="270" progId="TCLayout.ActiveDocument.1">
                  <p:embed/>
                </p:oleObj>
              </mc:Choice>
              <mc:Fallback>
                <p:oleObj name="think-cell Folie" r:id="rId3" imgW="270" imgH="270" progId="TCLayout.ActiveDocument.1">
                  <p:embed/>
                  <p:pic>
                    <p:nvPicPr>
                      <p:cNvPr id="2" name="Objekt 1" hidden="1"/>
                      <p:cNvPicPr/>
                      <p:nvPr/>
                    </p:nvPicPr>
                    <p:blipFill>
                      <a:blip r:embed="rId4"/>
                      <a:stretch>
                        <a:fillRect/>
                      </a:stretch>
                    </p:blipFill>
                    <p:spPr>
                      <a:xfrm>
                        <a:off x="1588" y="1588"/>
                        <a:ext cx="1587" cy="1587"/>
                      </a:xfrm>
                      <a:prstGeom prst="rect">
                        <a:avLst/>
                      </a:prstGeom>
                    </p:spPr>
                  </p:pic>
                </p:oleObj>
              </mc:Fallback>
            </mc:AlternateContent>
          </a:graphicData>
        </a:graphic>
      </p:graphicFrame>
      <p:sp>
        <p:nvSpPr>
          <p:cNvPr id="5" name="Bildplatzhalter 4"/>
          <p:cNvSpPr>
            <a:spLocks noGrp="1"/>
          </p:cNvSpPr>
          <p:nvPr>
            <p:ph type="pic" sz="quarter" idx="12"/>
          </p:nvPr>
        </p:nvSpPr>
        <p:spPr>
          <a:xfrm>
            <a:off x="0" y="981075"/>
            <a:ext cx="12192000" cy="5876926"/>
          </a:xfrm>
          <a:prstGeom prst="rect">
            <a:avLst/>
          </a:prstGeom>
          <a:solidFill>
            <a:schemeClr val="bg1">
              <a:lumMod val="95000"/>
            </a:schemeClr>
          </a:solidFill>
        </p:spPr>
        <p:txBody>
          <a:bodyPr/>
          <a:lstStyle>
            <a:lvl1pPr marL="180975" indent="-180975">
              <a:buFont typeface="Arial" panose="020B0604020202020204" pitchFamily="34" charset="0"/>
              <a:buChar char="•"/>
              <a:defRPr/>
            </a:lvl1pPr>
          </a:lstStyle>
          <a:p>
            <a:r>
              <a:rPr lang="en-US"/>
              <a:t>Click icon to add picture</a:t>
            </a:r>
            <a:endParaRPr lang="de-DE"/>
          </a:p>
        </p:txBody>
      </p:sp>
      <p:sp>
        <p:nvSpPr>
          <p:cNvPr id="4" name="Textplatzhalter 2"/>
          <p:cNvSpPr>
            <a:spLocks noGrp="1"/>
          </p:cNvSpPr>
          <p:nvPr>
            <p:ph type="body" sz="quarter" idx="11"/>
          </p:nvPr>
        </p:nvSpPr>
        <p:spPr>
          <a:xfrm>
            <a:off x="4012901" y="4401000"/>
            <a:ext cx="4285920" cy="923330"/>
          </a:xfrm>
          <a:prstGeom prst="rect">
            <a:avLst/>
          </a:prstGeom>
          <a:noFill/>
        </p:spPr>
        <p:txBody>
          <a:bodyPr wrap="square" lIns="0" tIns="0" rIns="0" bIns="0" rtlCol="0" anchor="t" anchorCtr="0">
            <a:spAutoFit/>
          </a:bodyPr>
          <a:lstStyle>
            <a:lvl1pPr marL="0" indent="0">
              <a:spcBef>
                <a:spcPts val="0"/>
              </a:spcBef>
              <a:buFont typeface="Arial" panose="020B0604020202020204" pitchFamily="34" charset="0"/>
              <a:buNone/>
              <a:defRPr lang="de-DE" sz="3000" dirty="0" smtClean="0">
                <a:solidFill>
                  <a:srgbClr val="FFFFFF"/>
                </a:solidFill>
              </a:defRPr>
            </a:lvl1pPr>
          </a:lstStyle>
          <a:p>
            <a:pPr marL="0" lvl="0" defTabSz="457158"/>
            <a:r>
              <a:rPr lang="en-US"/>
              <a:t>Click to edit Master text styles</a:t>
            </a:r>
          </a:p>
        </p:txBody>
      </p:sp>
    </p:spTree>
    <p:extLst>
      <p:ext uri="{BB962C8B-B14F-4D97-AF65-F5344CB8AC3E}">
        <p14:creationId xmlns:p14="http://schemas.microsoft.com/office/powerpoint/2010/main" val="2001828850"/>
      </p:ext>
    </p:extLst>
  </p:cSld>
  <p:clrMapOvr>
    <a:masterClrMapping/>
  </p:clrMapOvr>
</p:sldLayout>
</file>

<file path=ppt/slideLayouts/slideLayout14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 userDrawn="1">
  <p:cSld name="11_Überschrift+Bild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7" name="Titel 6"/>
          <p:cNvSpPr>
            <a:spLocks noGrp="1"/>
          </p:cNvSpPr>
          <p:nvPr>
            <p:ph type="title"/>
          </p:nvPr>
        </p:nvSpPr>
        <p:spPr>
          <a:xfrm>
            <a:off x="450000" y="980728"/>
            <a:ext cx="10159263" cy="715249"/>
          </a:xfrm>
        </p:spPr>
        <p:txBody>
          <a:bodyPr vert="horz" wrap="square" lIns="0" tIns="0" rIns="0" bIns="0" rtlCol="0" anchor="b">
            <a:noAutofit/>
          </a:bodyPr>
          <a:lstStyle>
            <a:lvl1pPr>
              <a:defRPr lang="de-DE" dirty="0"/>
            </a:lvl1pPr>
          </a:lstStyle>
          <a:p>
            <a:pPr lvl="0"/>
            <a:r>
              <a:rPr lang="en-US"/>
              <a:t>Click to edit Master title style</a:t>
            </a:r>
            <a:endParaRPr lang="de-DE"/>
          </a:p>
        </p:txBody>
      </p:sp>
      <p:sp>
        <p:nvSpPr>
          <p:cNvPr id="3" name="Bildplatzhalter 2"/>
          <p:cNvSpPr>
            <a:spLocks noGrp="1"/>
          </p:cNvSpPr>
          <p:nvPr>
            <p:ph type="pic" sz="quarter" idx="10"/>
          </p:nvPr>
        </p:nvSpPr>
        <p:spPr>
          <a:xfrm>
            <a:off x="450000" y="1879301"/>
            <a:ext cx="10157678" cy="4429423"/>
          </a:xfrm>
          <a:prstGeom prst="rect">
            <a:avLst/>
          </a:prstGeom>
          <a:solidFill>
            <a:schemeClr val="bg1">
              <a:lumMod val="95000"/>
            </a:schemeClr>
          </a:solidFill>
        </p:spPr>
        <p:txBody>
          <a:bodyPr/>
          <a:lstStyle>
            <a:lvl1pPr marL="180975" indent="-180975">
              <a:buFont typeface="Arial" panose="020B0604020202020204" pitchFamily="34" charset="0"/>
              <a:buChar char="•"/>
              <a:defRPr/>
            </a:lvl1pPr>
          </a:lstStyle>
          <a:p>
            <a:r>
              <a:rPr lang="en-US"/>
              <a:t>Click icon to add picture</a:t>
            </a:r>
            <a:endParaRPr lang="de-DE"/>
          </a:p>
        </p:txBody>
      </p:sp>
    </p:spTree>
    <p:extLst>
      <p:ext uri="{BB962C8B-B14F-4D97-AF65-F5344CB8AC3E}">
        <p14:creationId xmlns:p14="http://schemas.microsoft.com/office/powerpoint/2010/main" val="2077950435"/>
      </p:ext>
    </p:extLst>
  </p:cSld>
  <p:clrMapOvr>
    <a:masterClrMapping/>
  </p:clrMapOvr>
</p:sldLayout>
</file>

<file path=ppt/slideLayouts/slideLayout15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 userDrawn="1">
  <p:cSld name="12_Überschrift+Bild+Bildunterschrif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8" name="Textplatzhalter 7"/>
          <p:cNvSpPr>
            <a:spLocks noGrp="1"/>
          </p:cNvSpPr>
          <p:nvPr>
            <p:ph type="body" sz="quarter" idx="16" hasCustomPrompt="1"/>
          </p:nvPr>
        </p:nvSpPr>
        <p:spPr>
          <a:xfrm>
            <a:off x="10191789" y="1879301"/>
            <a:ext cx="1556852" cy="1335678"/>
          </a:xfrm>
          <a:prstGeom prst="rect">
            <a:avLst/>
          </a:prstGeom>
        </p:spPr>
        <p:txBody>
          <a:bodyPr vert="horz" lIns="0" tIns="0" rIns="0" bIns="0"/>
          <a:lstStyle>
            <a:lvl1pPr marL="0" indent="0">
              <a:lnSpc>
                <a:spcPct val="100000"/>
              </a:lnSpc>
              <a:spcBef>
                <a:spcPts val="0"/>
              </a:spcBef>
              <a:buFontTx/>
              <a:buNone/>
              <a:defRPr sz="1000">
                <a:solidFill>
                  <a:schemeClr val="tx1"/>
                </a:solidFill>
                <a:latin typeface="Calibri Light"/>
              </a:defRPr>
            </a:lvl1pPr>
          </a:lstStyle>
          <a:p>
            <a:pPr lvl="0"/>
            <a:r>
              <a:rPr lang="de-DE"/>
              <a:t>Bildunterschrift einfügen</a:t>
            </a:r>
          </a:p>
        </p:txBody>
      </p:sp>
      <p:sp>
        <p:nvSpPr>
          <p:cNvPr id="2" name="Titel 1"/>
          <p:cNvSpPr>
            <a:spLocks noGrp="1"/>
          </p:cNvSpPr>
          <p:nvPr>
            <p:ph type="title"/>
          </p:nvPr>
        </p:nvSpPr>
        <p:spPr>
          <a:xfrm>
            <a:off x="450000" y="980728"/>
            <a:ext cx="10159263" cy="715249"/>
          </a:xfrm>
        </p:spPr>
        <p:txBody>
          <a:bodyPr vert="horz" wrap="square" lIns="0" tIns="0" rIns="0" bIns="0" rtlCol="0" anchor="b">
            <a:noAutofit/>
          </a:bodyPr>
          <a:lstStyle>
            <a:lvl1pPr>
              <a:defRPr lang="de-DE" dirty="0"/>
            </a:lvl1pPr>
          </a:lstStyle>
          <a:p>
            <a:pPr lvl="0"/>
            <a:r>
              <a:rPr lang="en-US"/>
              <a:t>Click to edit Master title style</a:t>
            </a:r>
            <a:endParaRPr lang="de-DE"/>
          </a:p>
        </p:txBody>
      </p:sp>
      <p:sp>
        <p:nvSpPr>
          <p:cNvPr id="4" name="Bildplatzhalter 3"/>
          <p:cNvSpPr>
            <a:spLocks noGrp="1"/>
          </p:cNvSpPr>
          <p:nvPr>
            <p:ph type="pic" sz="quarter" idx="17"/>
          </p:nvPr>
        </p:nvSpPr>
        <p:spPr>
          <a:xfrm>
            <a:off x="450000" y="1879302"/>
            <a:ext cx="9678448" cy="4429424"/>
          </a:xfrm>
          <a:prstGeom prst="rect">
            <a:avLst/>
          </a:prstGeom>
          <a:solidFill>
            <a:schemeClr val="bg1">
              <a:lumMod val="95000"/>
            </a:schemeClr>
          </a:solidFill>
        </p:spPr>
        <p:txBody>
          <a:bodyPr/>
          <a:lstStyle>
            <a:lvl1pPr marL="180975" indent="-180975">
              <a:buFont typeface="Arial" panose="020B0604020202020204" pitchFamily="34" charset="0"/>
              <a:buChar char="•"/>
              <a:defRPr>
                <a:solidFill>
                  <a:schemeClr val="tx1"/>
                </a:solidFill>
              </a:defRPr>
            </a:lvl1pPr>
          </a:lstStyle>
          <a:p>
            <a:r>
              <a:rPr lang="en-US"/>
              <a:t>Click icon to add picture</a:t>
            </a:r>
            <a:endParaRPr lang="de-DE"/>
          </a:p>
        </p:txBody>
      </p:sp>
    </p:spTree>
    <p:extLst>
      <p:ext uri="{BB962C8B-B14F-4D97-AF65-F5344CB8AC3E}">
        <p14:creationId xmlns:p14="http://schemas.microsoft.com/office/powerpoint/2010/main" val="3339498728"/>
      </p:ext>
    </p:extLst>
  </p:cSld>
  <p:clrMapOvr>
    <a:masterClrMapping/>
  </p:clrMapOvr>
</p:sldLayout>
</file>

<file path=ppt/slideLayouts/slideLayout16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 userDrawn="1">
  <p:cSld name="13_Überschrift+Bilder+Bildunterschrifte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7" name="Textplatzhalter 7"/>
          <p:cNvSpPr>
            <a:spLocks noGrp="1"/>
          </p:cNvSpPr>
          <p:nvPr>
            <p:ph type="body" sz="quarter" idx="16" hasCustomPrompt="1"/>
          </p:nvPr>
        </p:nvSpPr>
        <p:spPr>
          <a:xfrm>
            <a:off x="450000" y="5404993"/>
            <a:ext cx="3554696" cy="906360"/>
          </a:xfrm>
          <a:prstGeom prst="rect">
            <a:avLst/>
          </a:prstGeom>
        </p:spPr>
        <p:txBody>
          <a:bodyPr vert="horz" lIns="0" tIns="0" rIns="0" bIns="0"/>
          <a:lstStyle>
            <a:lvl1pPr marL="0" indent="0">
              <a:lnSpc>
                <a:spcPct val="100000"/>
              </a:lnSpc>
              <a:spcBef>
                <a:spcPts val="0"/>
              </a:spcBef>
              <a:buFontTx/>
              <a:buNone/>
              <a:defRPr sz="1000">
                <a:solidFill>
                  <a:schemeClr val="tx1"/>
                </a:solidFill>
                <a:latin typeface="Calibri Light"/>
              </a:defRPr>
            </a:lvl1pPr>
          </a:lstStyle>
          <a:p>
            <a:pPr lvl="0"/>
            <a:r>
              <a:rPr lang="de-DE"/>
              <a:t>Bildunterschrift einfügen</a:t>
            </a:r>
          </a:p>
        </p:txBody>
      </p:sp>
      <p:sp>
        <p:nvSpPr>
          <p:cNvPr id="11" name="Textplatzhalter 7"/>
          <p:cNvSpPr>
            <a:spLocks noGrp="1"/>
          </p:cNvSpPr>
          <p:nvPr>
            <p:ph type="body" sz="quarter" idx="20" hasCustomPrompt="1"/>
          </p:nvPr>
        </p:nvSpPr>
        <p:spPr>
          <a:xfrm>
            <a:off x="10157462" y="4113076"/>
            <a:ext cx="1591624" cy="2198276"/>
          </a:xfrm>
          <a:prstGeom prst="rect">
            <a:avLst/>
          </a:prstGeom>
        </p:spPr>
        <p:txBody>
          <a:bodyPr vert="horz" lIns="0" tIns="0" rIns="0" bIns="0"/>
          <a:lstStyle>
            <a:lvl1pPr marL="0" indent="0">
              <a:lnSpc>
                <a:spcPct val="100000"/>
              </a:lnSpc>
              <a:spcBef>
                <a:spcPts val="0"/>
              </a:spcBef>
              <a:buFontTx/>
              <a:buNone/>
              <a:defRPr sz="1000">
                <a:solidFill>
                  <a:schemeClr val="tx1"/>
                </a:solidFill>
                <a:latin typeface="Calibri Light"/>
              </a:defRPr>
            </a:lvl1pPr>
          </a:lstStyle>
          <a:p>
            <a:pPr lvl="0"/>
            <a:r>
              <a:rPr lang="de-DE"/>
              <a:t>Bildunterschrift einfügen</a:t>
            </a:r>
          </a:p>
        </p:txBody>
      </p:sp>
      <p:sp>
        <p:nvSpPr>
          <p:cNvPr id="2" name="Titel 1"/>
          <p:cNvSpPr>
            <a:spLocks noGrp="1"/>
          </p:cNvSpPr>
          <p:nvPr>
            <p:ph type="title"/>
          </p:nvPr>
        </p:nvSpPr>
        <p:spPr>
          <a:xfrm>
            <a:off x="450000" y="980728"/>
            <a:ext cx="10159263" cy="715249"/>
          </a:xfrm>
        </p:spPr>
        <p:txBody>
          <a:bodyPr vert="horz" wrap="square" lIns="0" tIns="0" rIns="0" bIns="0" rtlCol="0" anchor="b">
            <a:noAutofit/>
          </a:bodyPr>
          <a:lstStyle>
            <a:lvl1pPr>
              <a:defRPr lang="de-DE"/>
            </a:lvl1pPr>
          </a:lstStyle>
          <a:p>
            <a:pPr lvl="0"/>
            <a:r>
              <a:rPr lang="en-US"/>
              <a:t>Click to edit Master title style</a:t>
            </a:r>
            <a:endParaRPr lang="de-DE"/>
          </a:p>
        </p:txBody>
      </p:sp>
      <p:sp>
        <p:nvSpPr>
          <p:cNvPr id="10" name="Bildplatzhalter 3"/>
          <p:cNvSpPr>
            <a:spLocks noGrp="1"/>
          </p:cNvSpPr>
          <p:nvPr>
            <p:ph type="pic" sz="quarter" idx="17"/>
          </p:nvPr>
        </p:nvSpPr>
        <p:spPr>
          <a:xfrm>
            <a:off x="450000" y="1879301"/>
            <a:ext cx="3554696" cy="3381358"/>
          </a:xfrm>
          <a:prstGeom prst="rect">
            <a:avLst/>
          </a:prstGeom>
          <a:solidFill>
            <a:schemeClr val="bg1">
              <a:lumMod val="95000"/>
            </a:schemeClr>
          </a:solidFill>
        </p:spPr>
        <p:txBody>
          <a:bodyPr/>
          <a:lstStyle>
            <a:lvl1pPr>
              <a:defRPr>
                <a:solidFill>
                  <a:schemeClr val="tx1"/>
                </a:solidFill>
              </a:defRPr>
            </a:lvl1pPr>
          </a:lstStyle>
          <a:p>
            <a:r>
              <a:rPr lang="en-US"/>
              <a:t>Click icon to add picture</a:t>
            </a:r>
            <a:endParaRPr lang="de-DE"/>
          </a:p>
        </p:txBody>
      </p:sp>
      <p:sp>
        <p:nvSpPr>
          <p:cNvPr id="12" name="Bildplatzhalter 3"/>
          <p:cNvSpPr>
            <a:spLocks noGrp="1"/>
          </p:cNvSpPr>
          <p:nvPr>
            <p:ph type="pic" sz="quarter" idx="21"/>
          </p:nvPr>
        </p:nvSpPr>
        <p:spPr>
          <a:xfrm>
            <a:off x="4322195" y="1879301"/>
            <a:ext cx="3554696" cy="1913638"/>
          </a:xfrm>
          <a:prstGeom prst="rect">
            <a:avLst/>
          </a:prstGeom>
          <a:solidFill>
            <a:schemeClr val="bg1">
              <a:lumMod val="95000"/>
            </a:schemeClr>
          </a:solidFill>
        </p:spPr>
        <p:txBody>
          <a:bodyPr/>
          <a:lstStyle>
            <a:lvl1pPr>
              <a:defRPr>
                <a:solidFill>
                  <a:schemeClr val="tx1"/>
                </a:solidFill>
              </a:defRPr>
            </a:lvl1pPr>
          </a:lstStyle>
          <a:p>
            <a:r>
              <a:rPr lang="en-US"/>
              <a:t>Click icon to add picture</a:t>
            </a:r>
            <a:endParaRPr lang="de-DE"/>
          </a:p>
        </p:txBody>
      </p:sp>
      <p:sp>
        <p:nvSpPr>
          <p:cNvPr id="13" name="Bildplatzhalter 3"/>
          <p:cNvSpPr>
            <a:spLocks noGrp="1"/>
          </p:cNvSpPr>
          <p:nvPr>
            <p:ph type="pic" sz="quarter" idx="22"/>
          </p:nvPr>
        </p:nvSpPr>
        <p:spPr>
          <a:xfrm>
            <a:off x="8194390" y="1879301"/>
            <a:ext cx="3554696" cy="1913638"/>
          </a:xfrm>
          <a:prstGeom prst="rect">
            <a:avLst/>
          </a:prstGeom>
          <a:solidFill>
            <a:schemeClr val="bg1">
              <a:lumMod val="95000"/>
            </a:schemeClr>
          </a:solidFill>
        </p:spPr>
        <p:txBody>
          <a:bodyPr/>
          <a:lstStyle>
            <a:lvl1pPr>
              <a:defRPr>
                <a:solidFill>
                  <a:schemeClr val="tx1"/>
                </a:solidFill>
              </a:defRPr>
            </a:lvl1pPr>
          </a:lstStyle>
          <a:p>
            <a:r>
              <a:rPr lang="en-US"/>
              <a:t>Click icon to add picture</a:t>
            </a:r>
            <a:endParaRPr lang="de-DE"/>
          </a:p>
        </p:txBody>
      </p:sp>
      <p:sp>
        <p:nvSpPr>
          <p:cNvPr id="14" name="Bildplatzhalter 3"/>
          <p:cNvSpPr>
            <a:spLocks noGrp="1"/>
          </p:cNvSpPr>
          <p:nvPr>
            <p:ph type="pic" sz="quarter" idx="23"/>
          </p:nvPr>
        </p:nvSpPr>
        <p:spPr>
          <a:xfrm>
            <a:off x="4322194" y="4113076"/>
            <a:ext cx="5736206" cy="2198276"/>
          </a:xfrm>
          <a:prstGeom prst="rect">
            <a:avLst/>
          </a:prstGeom>
          <a:solidFill>
            <a:schemeClr val="bg1">
              <a:lumMod val="95000"/>
            </a:schemeClr>
          </a:solidFill>
        </p:spPr>
        <p:txBody>
          <a:bodyPr/>
          <a:lstStyle>
            <a:lvl1pPr>
              <a:defRPr>
                <a:solidFill>
                  <a:schemeClr val="tx1"/>
                </a:solidFill>
              </a:defRPr>
            </a:lvl1pPr>
          </a:lstStyle>
          <a:p>
            <a:r>
              <a:rPr lang="en-US"/>
              <a:t>Click icon to add picture</a:t>
            </a:r>
            <a:endParaRPr lang="de-DE"/>
          </a:p>
        </p:txBody>
      </p:sp>
    </p:spTree>
    <p:extLst>
      <p:ext uri="{BB962C8B-B14F-4D97-AF65-F5344CB8AC3E}">
        <p14:creationId xmlns:p14="http://schemas.microsoft.com/office/powerpoint/2010/main" val="2861192364"/>
      </p:ext>
    </p:extLst>
  </p:cSld>
  <p:clrMapOvr>
    <a:masterClrMapping/>
  </p:clrMapOvr>
</p:sldLayout>
</file>

<file path=ppt/slideLayouts/slideLayout17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 userDrawn="1">
  <p:cSld name="14_Diagramm-Torte/Kreis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graphicFrame>
        <p:nvGraphicFramePr>
          <p:cNvPr id="3" name="Objekt 2" hidden="1"/>
          <p:cNvGraphicFramePr>
            <a:graphicFrameLocks noChangeAspect="1"/>
          </p:cNvGraphicFramePr>
          <p:nvPr userDrawn="1">
            <p:custDataLst>
              <p:tags r:id="rId1"/>
            </p:custDataLst>
            <p:extLst>
              <p:ext uri="{D42A27DB-BD31-4B8C-83A1-F6EECF244321}">
                <p14:modId xmlns:p14="http://schemas.microsoft.com/office/powerpoint/2010/main" val="3366581145"/>
              </p:ext>
            </p:extLst>
          </p:nvPr>
        </p:nvGraphicFramePr>
        <p:xfrm>
          <a:off x="2118" y="1589"/>
          <a:ext cx="2116" cy="1587"/>
        </p:xfrm>
        <a:graphic>
          <a:graphicData uri="http://schemas.openxmlformats.org/presentationml/2006/ole">
            <mc:AlternateContent xmlns:mc="http://schemas.openxmlformats.org/markup-compatibility/2006">
              <mc:Choice xmlns:v="urn:schemas-microsoft-com:vml" Requires="v">
                <p:oleObj name="think-cell Folie" r:id="rId3" imgW="270" imgH="270" progId="TCLayout.ActiveDocument.1">
                  <p:embed/>
                </p:oleObj>
              </mc:Choice>
              <mc:Fallback>
                <p:oleObj name="think-cell Folie" r:id="rId3" imgW="270" imgH="270" progId="TCLayout.ActiveDocument.1">
                  <p:embed/>
                  <p:pic>
                    <p:nvPicPr>
                      <p:cNvPr id="3" name="Objekt 2" hidden="1"/>
                      <p:cNvPicPr/>
                      <p:nvPr/>
                    </p:nvPicPr>
                    <p:blipFill>
                      <a:blip r:embed="rId4"/>
                      <a:stretch>
                        <a:fillRect/>
                      </a:stretch>
                    </p:blipFill>
                    <p:spPr>
                      <a:xfrm>
                        <a:off x="2118" y="1589"/>
                        <a:ext cx="2116" cy="1587"/>
                      </a:xfrm>
                      <a:prstGeom prst="rect">
                        <a:avLst/>
                      </a:prstGeom>
                    </p:spPr>
                  </p:pic>
                </p:oleObj>
              </mc:Fallback>
            </mc:AlternateContent>
          </a:graphicData>
        </a:graphic>
      </p:graphicFrame>
      <p:sp>
        <p:nvSpPr>
          <p:cNvPr id="8" name="Rechteck 7"/>
          <p:cNvSpPr>
            <a:spLocks/>
          </p:cNvSpPr>
          <p:nvPr userDrawn="1"/>
        </p:nvSpPr>
        <p:spPr>
          <a:xfrm>
            <a:off x="450000" y="1879301"/>
            <a:ext cx="10157678" cy="4429423"/>
          </a:xfrm>
          <a:prstGeom prst="rect">
            <a:avLst/>
          </a:prstGeom>
          <a:solidFill>
            <a:schemeClr val="bg1">
              <a:lumMod val="95000"/>
            </a:schemeClr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de-DE" sz="1800"/>
          </a:p>
        </p:txBody>
      </p:sp>
      <p:sp>
        <p:nvSpPr>
          <p:cNvPr id="2" name="Titel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/>
              <a:t>Click to edit Master title style</a:t>
            </a:r>
            <a:endParaRPr lang="de-DE"/>
          </a:p>
        </p:txBody>
      </p:sp>
      <p:sp>
        <p:nvSpPr>
          <p:cNvPr id="9" name="Diagrammplatzhalter 8"/>
          <p:cNvSpPr>
            <a:spLocks noGrp="1"/>
          </p:cNvSpPr>
          <p:nvPr>
            <p:ph type="chart" sz="quarter" idx="13"/>
          </p:nvPr>
        </p:nvSpPr>
        <p:spPr>
          <a:xfrm>
            <a:off x="1769359" y="2250132"/>
            <a:ext cx="7518961" cy="3687761"/>
          </a:xfrm>
        </p:spPr>
        <p:txBody>
          <a:bodyPr/>
          <a:lstStyle>
            <a:lvl1pPr marL="0" indent="0">
              <a:buNone/>
              <a:defRPr/>
            </a:lvl1pPr>
          </a:lstStyle>
          <a:p>
            <a:r>
              <a:rPr lang="en-US"/>
              <a:t>Click icon to add chart</a:t>
            </a:r>
            <a:endParaRPr lang="de-DE"/>
          </a:p>
        </p:txBody>
      </p:sp>
    </p:spTree>
    <p:extLst>
      <p:ext uri="{BB962C8B-B14F-4D97-AF65-F5344CB8AC3E}">
        <p14:creationId xmlns:p14="http://schemas.microsoft.com/office/powerpoint/2010/main" val="799509441"/>
      </p:ext>
    </p:extLst>
  </p:cSld>
  <p:clrMapOvr>
    <a:masterClrMapping/>
  </p:clrMapOvr>
</p:sldLayout>
</file>

<file path=ppt/slideLayouts/slideLayout18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 userDrawn="1">
  <p:cSld name="15_Diagramm-Balke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graphicFrame>
        <p:nvGraphicFramePr>
          <p:cNvPr id="3" name="Objekt 2" hidden="1"/>
          <p:cNvGraphicFramePr>
            <a:graphicFrameLocks noChangeAspect="1"/>
          </p:cNvGraphicFramePr>
          <p:nvPr userDrawn="1">
            <p:custDataLst>
              <p:tags r:id="rId1"/>
            </p:custDataLst>
            <p:extLst>
              <p:ext uri="{D42A27DB-BD31-4B8C-83A1-F6EECF244321}">
                <p14:modId xmlns:p14="http://schemas.microsoft.com/office/powerpoint/2010/main" val="3873383808"/>
              </p:ext>
            </p:extLst>
          </p:nvPr>
        </p:nvGraphicFramePr>
        <p:xfrm>
          <a:off x="2118" y="1589"/>
          <a:ext cx="2116" cy="1587"/>
        </p:xfrm>
        <a:graphic>
          <a:graphicData uri="http://schemas.openxmlformats.org/presentationml/2006/ole">
            <mc:AlternateContent xmlns:mc="http://schemas.openxmlformats.org/markup-compatibility/2006">
              <mc:Choice xmlns:v="urn:schemas-microsoft-com:vml" Requires="v">
                <p:oleObj name="think-cell Folie" r:id="rId3" imgW="270" imgH="270" progId="TCLayout.ActiveDocument.1">
                  <p:embed/>
                </p:oleObj>
              </mc:Choice>
              <mc:Fallback>
                <p:oleObj name="think-cell Folie" r:id="rId3" imgW="270" imgH="270" progId="TCLayout.ActiveDocument.1">
                  <p:embed/>
                  <p:pic>
                    <p:nvPicPr>
                      <p:cNvPr id="3" name="Objekt 2" hidden="1"/>
                      <p:cNvPicPr/>
                      <p:nvPr/>
                    </p:nvPicPr>
                    <p:blipFill>
                      <a:blip r:embed="rId4"/>
                      <a:stretch>
                        <a:fillRect/>
                      </a:stretch>
                    </p:blipFill>
                    <p:spPr>
                      <a:xfrm>
                        <a:off x="2118" y="1589"/>
                        <a:ext cx="2116" cy="1587"/>
                      </a:xfrm>
                      <a:prstGeom prst="rect">
                        <a:avLst/>
                      </a:prstGeom>
                    </p:spPr>
                  </p:pic>
                </p:oleObj>
              </mc:Fallback>
            </mc:AlternateContent>
          </a:graphicData>
        </a:graphic>
      </p:graphicFrame>
      <p:sp>
        <p:nvSpPr>
          <p:cNvPr id="8" name="Rechteck 7"/>
          <p:cNvSpPr>
            <a:spLocks/>
          </p:cNvSpPr>
          <p:nvPr userDrawn="1"/>
        </p:nvSpPr>
        <p:spPr>
          <a:xfrm>
            <a:off x="450000" y="1879301"/>
            <a:ext cx="11299088" cy="4429423"/>
          </a:xfrm>
          <a:prstGeom prst="rect">
            <a:avLst/>
          </a:prstGeom>
          <a:solidFill>
            <a:schemeClr val="bg1">
              <a:lumMod val="95000"/>
            </a:schemeClr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de-DE" sz="1800"/>
          </a:p>
        </p:txBody>
      </p:sp>
      <p:sp>
        <p:nvSpPr>
          <p:cNvPr id="2" name="Titel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/>
              <a:t>Click to edit Master title style</a:t>
            </a:r>
            <a:endParaRPr lang="de-DE"/>
          </a:p>
        </p:txBody>
      </p:sp>
      <p:sp>
        <p:nvSpPr>
          <p:cNvPr id="7" name="Textplatzhalter 4"/>
          <p:cNvSpPr>
            <a:spLocks noGrp="1"/>
          </p:cNvSpPr>
          <p:nvPr>
            <p:ph type="body" sz="quarter" idx="13" hasCustomPrompt="1"/>
          </p:nvPr>
        </p:nvSpPr>
        <p:spPr>
          <a:xfrm>
            <a:off x="3947244" y="5955808"/>
            <a:ext cx="3866828" cy="276999"/>
          </a:xfrm>
          <a:prstGeom prst="rect">
            <a:avLst/>
          </a:prstGeom>
        </p:spPr>
        <p:txBody>
          <a:bodyPr wrap="none" lIns="0" tIns="0" rIns="0" bIns="0" anchor="ctr">
            <a:spAutoFit/>
          </a:bodyPr>
          <a:lstStyle>
            <a:lvl1pPr marL="0" indent="0" algn="ctr">
              <a:buFont typeface="Arial" panose="020B0604020202020204" pitchFamily="34" charset="0"/>
              <a:buNone/>
              <a:defRPr sz="1800">
                <a:solidFill>
                  <a:schemeClr val="tx1"/>
                </a:solidFill>
              </a:defRPr>
            </a:lvl1pPr>
          </a:lstStyle>
          <a:p>
            <a:pPr lvl="0"/>
            <a:r>
              <a:rPr lang="de-DE"/>
              <a:t>Achsenbeschriftung eingeben (Einheiten)</a:t>
            </a:r>
          </a:p>
        </p:txBody>
      </p:sp>
      <p:sp>
        <p:nvSpPr>
          <p:cNvPr id="5" name="Diagrammplatzhalter 4"/>
          <p:cNvSpPr>
            <a:spLocks noGrp="1"/>
          </p:cNvSpPr>
          <p:nvPr>
            <p:ph type="chart" sz="quarter" idx="14"/>
          </p:nvPr>
        </p:nvSpPr>
        <p:spPr>
          <a:xfrm>
            <a:off x="908124" y="2248211"/>
            <a:ext cx="10382840" cy="3691602"/>
          </a:xfrm>
        </p:spPr>
        <p:txBody>
          <a:bodyPr/>
          <a:lstStyle>
            <a:lvl1pPr marL="0" indent="0">
              <a:buNone/>
              <a:defRPr/>
            </a:lvl1pPr>
          </a:lstStyle>
          <a:p>
            <a:r>
              <a:rPr lang="en-US"/>
              <a:t>Click icon to add chart</a:t>
            </a:r>
            <a:endParaRPr lang="de-DE"/>
          </a:p>
        </p:txBody>
      </p:sp>
    </p:spTree>
    <p:extLst>
      <p:ext uri="{BB962C8B-B14F-4D97-AF65-F5344CB8AC3E}">
        <p14:creationId xmlns:p14="http://schemas.microsoft.com/office/powerpoint/2010/main" val="4231875760"/>
      </p:ext>
    </p:extLst>
  </p:cSld>
  <p:clrMapOvr>
    <a:masterClrMapping/>
  </p:clrMapOvr>
</p:sldLayout>
</file>

<file path=ppt/slideLayouts/slideLayout19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 userDrawn="1">
  <p:cSld name="16_Diagramm-Säule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graphicFrame>
        <p:nvGraphicFramePr>
          <p:cNvPr id="3" name="Objekt 2" hidden="1"/>
          <p:cNvGraphicFramePr>
            <a:graphicFrameLocks noChangeAspect="1"/>
          </p:cNvGraphicFramePr>
          <p:nvPr userDrawn="1">
            <p:custDataLst>
              <p:tags r:id="rId1"/>
            </p:custDataLst>
            <p:extLst>
              <p:ext uri="{D42A27DB-BD31-4B8C-83A1-F6EECF244321}">
                <p14:modId xmlns:p14="http://schemas.microsoft.com/office/powerpoint/2010/main" val="2867469760"/>
              </p:ext>
            </p:extLst>
          </p:nvPr>
        </p:nvGraphicFramePr>
        <p:xfrm>
          <a:off x="2118" y="1589"/>
          <a:ext cx="2116" cy="1587"/>
        </p:xfrm>
        <a:graphic>
          <a:graphicData uri="http://schemas.openxmlformats.org/presentationml/2006/ole">
            <mc:AlternateContent xmlns:mc="http://schemas.openxmlformats.org/markup-compatibility/2006">
              <mc:Choice xmlns:v="urn:schemas-microsoft-com:vml" Requires="v">
                <p:oleObj name="think-cell Folie" r:id="rId3" imgW="270" imgH="270" progId="TCLayout.ActiveDocument.1">
                  <p:embed/>
                </p:oleObj>
              </mc:Choice>
              <mc:Fallback>
                <p:oleObj name="think-cell Folie" r:id="rId3" imgW="270" imgH="270" progId="TCLayout.ActiveDocument.1">
                  <p:embed/>
                  <p:pic>
                    <p:nvPicPr>
                      <p:cNvPr id="3" name="Objekt 2" hidden="1"/>
                      <p:cNvPicPr/>
                      <p:nvPr/>
                    </p:nvPicPr>
                    <p:blipFill>
                      <a:blip r:embed="rId4"/>
                      <a:stretch>
                        <a:fillRect/>
                      </a:stretch>
                    </p:blipFill>
                    <p:spPr>
                      <a:xfrm>
                        <a:off x="2118" y="1589"/>
                        <a:ext cx="2116" cy="1587"/>
                      </a:xfrm>
                      <a:prstGeom prst="rect">
                        <a:avLst/>
                      </a:prstGeom>
                    </p:spPr>
                  </p:pic>
                </p:oleObj>
              </mc:Fallback>
            </mc:AlternateContent>
          </a:graphicData>
        </a:graphic>
      </p:graphicFrame>
      <p:sp>
        <p:nvSpPr>
          <p:cNvPr id="8" name="Rechteck 7"/>
          <p:cNvSpPr>
            <a:spLocks/>
          </p:cNvSpPr>
          <p:nvPr userDrawn="1"/>
        </p:nvSpPr>
        <p:spPr>
          <a:xfrm>
            <a:off x="450000" y="1879301"/>
            <a:ext cx="11299088" cy="4429423"/>
          </a:xfrm>
          <a:prstGeom prst="rect">
            <a:avLst/>
          </a:prstGeom>
          <a:solidFill>
            <a:schemeClr val="bg1">
              <a:lumMod val="95000"/>
            </a:schemeClr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de-DE" sz="1800"/>
          </a:p>
        </p:txBody>
      </p:sp>
      <p:sp>
        <p:nvSpPr>
          <p:cNvPr id="2" name="Titel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/>
              <a:t>Click to edit Master title style</a:t>
            </a:r>
            <a:endParaRPr lang="de-DE"/>
          </a:p>
        </p:txBody>
      </p:sp>
      <p:sp>
        <p:nvSpPr>
          <p:cNvPr id="7" name="Textplatzhalter 4"/>
          <p:cNvSpPr>
            <a:spLocks noGrp="1"/>
          </p:cNvSpPr>
          <p:nvPr>
            <p:ph type="body" sz="quarter" idx="14" hasCustomPrompt="1"/>
          </p:nvPr>
        </p:nvSpPr>
        <p:spPr>
          <a:xfrm>
            <a:off x="908124" y="1942471"/>
            <a:ext cx="3866828" cy="276999"/>
          </a:xfrm>
          <a:prstGeom prst="rect">
            <a:avLst/>
          </a:prstGeom>
        </p:spPr>
        <p:txBody>
          <a:bodyPr wrap="none" lIns="0" tIns="0" rIns="0" bIns="0" anchor="t">
            <a:spAutoFit/>
          </a:bodyPr>
          <a:lstStyle>
            <a:lvl1pPr marL="0" indent="0" algn="l">
              <a:buFont typeface="Arial" panose="020B0604020202020204" pitchFamily="34" charset="0"/>
              <a:buNone/>
              <a:defRPr sz="1800">
                <a:solidFill>
                  <a:schemeClr val="tx1"/>
                </a:solidFill>
              </a:defRPr>
            </a:lvl1pPr>
          </a:lstStyle>
          <a:p>
            <a:pPr lvl="0"/>
            <a:r>
              <a:rPr lang="de-DE"/>
              <a:t>Achsenbeschriftung eingeben (Einheiten)</a:t>
            </a:r>
          </a:p>
        </p:txBody>
      </p:sp>
      <p:sp>
        <p:nvSpPr>
          <p:cNvPr id="5" name="Diagrammplatzhalter 4"/>
          <p:cNvSpPr>
            <a:spLocks noGrp="1"/>
          </p:cNvSpPr>
          <p:nvPr>
            <p:ph type="chart" sz="quarter" idx="15"/>
          </p:nvPr>
        </p:nvSpPr>
        <p:spPr>
          <a:xfrm>
            <a:off x="908124" y="2248211"/>
            <a:ext cx="10382840" cy="3691602"/>
          </a:xfrm>
        </p:spPr>
        <p:txBody>
          <a:bodyPr/>
          <a:lstStyle>
            <a:lvl1pPr marL="0" indent="0">
              <a:buNone/>
              <a:defRPr/>
            </a:lvl1pPr>
          </a:lstStyle>
          <a:p>
            <a:r>
              <a:rPr lang="en-US"/>
              <a:t>Click icon to add chart</a:t>
            </a:r>
            <a:endParaRPr lang="de-DE"/>
          </a:p>
        </p:txBody>
      </p:sp>
    </p:spTree>
    <p:extLst>
      <p:ext uri="{BB962C8B-B14F-4D97-AF65-F5344CB8AC3E}">
        <p14:creationId xmlns:p14="http://schemas.microsoft.com/office/powerpoint/2010/main" val="2572590309"/>
      </p:ext>
    </p:extLst>
  </p:cSld>
  <p:clrMapOvr>
    <a:masterClrMapping/>
  </p:clrMapOvr>
</p:sldLayout>
</file>

<file path=ppt/slideLayouts/slideLayout20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 userDrawn="1">
  <p:cSld name="17_Diagramm-Linie/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graphicFrame>
        <p:nvGraphicFramePr>
          <p:cNvPr id="3" name="Objekt 2" hidden="1"/>
          <p:cNvGraphicFramePr>
            <a:graphicFrameLocks noChangeAspect="1"/>
          </p:cNvGraphicFramePr>
          <p:nvPr userDrawn="1">
            <p:custDataLst>
              <p:tags r:id="rId1"/>
            </p:custDataLst>
            <p:extLst>
              <p:ext uri="{D42A27DB-BD31-4B8C-83A1-F6EECF244321}">
                <p14:modId xmlns:p14="http://schemas.microsoft.com/office/powerpoint/2010/main" val="1408449159"/>
              </p:ext>
            </p:extLst>
          </p:nvPr>
        </p:nvGraphicFramePr>
        <p:xfrm>
          <a:off x="2118" y="1589"/>
          <a:ext cx="2116" cy="1587"/>
        </p:xfrm>
        <a:graphic>
          <a:graphicData uri="http://schemas.openxmlformats.org/presentationml/2006/ole">
            <mc:AlternateContent xmlns:mc="http://schemas.openxmlformats.org/markup-compatibility/2006">
              <mc:Choice xmlns:v="urn:schemas-microsoft-com:vml" Requires="v">
                <p:oleObj name="think-cell Folie" r:id="rId3" imgW="270" imgH="270" progId="TCLayout.ActiveDocument.1">
                  <p:embed/>
                </p:oleObj>
              </mc:Choice>
              <mc:Fallback>
                <p:oleObj name="think-cell Folie" r:id="rId3" imgW="270" imgH="270" progId="TCLayout.ActiveDocument.1">
                  <p:embed/>
                  <p:pic>
                    <p:nvPicPr>
                      <p:cNvPr id="3" name="Objekt 2" hidden="1"/>
                      <p:cNvPicPr/>
                      <p:nvPr/>
                    </p:nvPicPr>
                    <p:blipFill>
                      <a:blip r:embed="rId4"/>
                      <a:stretch>
                        <a:fillRect/>
                      </a:stretch>
                    </p:blipFill>
                    <p:spPr>
                      <a:xfrm>
                        <a:off x="2118" y="1589"/>
                        <a:ext cx="2116" cy="1587"/>
                      </a:xfrm>
                      <a:prstGeom prst="rect">
                        <a:avLst/>
                      </a:prstGeom>
                    </p:spPr>
                  </p:pic>
                </p:oleObj>
              </mc:Fallback>
            </mc:AlternateContent>
          </a:graphicData>
        </a:graphic>
      </p:graphicFrame>
      <p:sp>
        <p:nvSpPr>
          <p:cNvPr id="8" name="Rechteck 7"/>
          <p:cNvSpPr>
            <a:spLocks/>
          </p:cNvSpPr>
          <p:nvPr userDrawn="1"/>
        </p:nvSpPr>
        <p:spPr>
          <a:xfrm>
            <a:off x="450000" y="1879301"/>
            <a:ext cx="11299088" cy="4429423"/>
          </a:xfrm>
          <a:prstGeom prst="rect">
            <a:avLst/>
          </a:prstGeom>
          <a:solidFill>
            <a:schemeClr val="bg1">
              <a:lumMod val="95000"/>
            </a:schemeClr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de-DE" sz="1800"/>
          </a:p>
        </p:txBody>
      </p:sp>
      <p:sp>
        <p:nvSpPr>
          <p:cNvPr id="2" name="Titel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/>
              <a:t>Click to edit Master title style</a:t>
            </a:r>
            <a:endParaRPr lang="de-DE"/>
          </a:p>
        </p:txBody>
      </p:sp>
      <p:sp>
        <p:nvSpPr>
          <p:cNvPr id="7" name="Textplatzhalter 4"/>
          <p:cNvSpPr>
            <a:spLocks noGrp="1"/>
          </p:cNvSpPr>
          <p:nvPr>
            <p:ph type="body" sz="quarter" idx="13" hasCustomPrompt="1"/>
          </p:nvPr>
        </p:nvSpPr>
        <p:spPr>
          <a:xfrm>
            <a:off x="3477096" y="5955808"/>
            <a:ext cx="3866828" cy="276999"/>
          </a:xfrm>
          <a:prstGeom prst="rect">
            <a:avLst/>
          </a:prstGeom>
        </p:spPr>
        <p:txBody>
          <a:bodyPr wrap="none" lIns="0" tIns="0" rIns="0" bIns="0" anchor="ctr">
            <a:spAutoFit/>
          </a:bodyPr>
          <a:lstStyle>
            <a:lvl1pPr marL="0" indent="0" algn="ctr">
              <a:buFont typeface="Arial" panose="020B0604020202020204" pitchFamily="34" charset="0"/>
              <a:buNone/>
              <a:defRPr sz="1800">
                <a:solidFill>
                  <a:schemeClr val="tx1"/>
                </a:solidFill>
              </a:defRPr>
            </a:lvl1pPr>
          </a:lstStyle>
          <a:p>
            <a:pPr lvl="0"/>
            <a:r>
              <a:rPr lang="de-DE"/>
              <a:t>Achsenbeschriftung eingeben (Einheiten)</a:t>
            </a:r>
          </a:p>
        </p:txBody>
      </p:sp>
      <p:sp>
        <p:nvSpPr>
          <p:cNvPr id="9" name="Textplatzhalter 4"/>
          <p:cNvSpPr>
            <a:spLocks noGrp="1"/>
          </p:cNvSpPr>
          <p:nvPr>
            <p:ph type="body" sz="quarter" idx="14" hasCustomPrompt="1"/>
          </p:nvPr>
        </p:nvSpPr>
        <p:spPr>
          <a:xfrm>
            <a:off x="908124" y="1942471"/>
            <a:ext cx="3866828" cy="276999"/>
          </a:xfrm>
          <a:prstGeom prst="rect">
            <a:avLst/>
          </a:prstGeom>
        </p:spPr>
        <p:txBody>
          <a:bodyPr wrap="none" lIns="0" tIns="0" rIns="0" bIns="0" anchor="t">
            <a:spAutoFit/>
          </a:bodyPr>
          <a:lstStyle>
            <a:lvl1pPr marL="0" indent="0" algn="l">
              <a:buFont typeface="Arial" panose="020B0604020202020204" pitchFamily="34" charset="0"/>
              <a:buNone/>
              <a:defRPr sz="1800">
                <a:solidFill>
                  <a:schemeClr val="tx1"/>
                </a:solidFill>
              </a:defRPr>
            </a:lvl1pPr>
          </a:lstStyle>
          <a:p>
            <a:pPr lvl="0"/>
            <a:r>
              <a:rPr lang="de-DE"/>
              <a:t>Achsenbeschriftung eingeben (Einheiten)</a:t>
            </a:r>
          </a:p>
        </p:txBody>
      </p:sp>
      <p:sp>
        <p:nvSpPr>
          <p:cNvPr id="5" name="Diagrammplatzhalter 4"/>
          <p:cNvSpPr>
            <a:spLocks noGrp="1"/>
          </p:cNvSpPr>
          <p:nvPr>
            <p:ph type="chart" sz="quarter" idx="15"/>
          </p:nvPr>
        </p:nvSpPr>
        <p:spPr>
          <a:xfrm>
            <a:off x="908124" y="2248211"/>
            <a:ext cx="10382840" cy="3691602"/>
          </a:xfrm>
        </p:spPr>
        <p:txBody>
          <a:bodyPr/>
          <a:lstStyle>
            <a:lvl1pPr marL="0" indent="0">
              <a:buNone/>
              <a:defRPr/>
            </a:lvl1pPr>
          </a:lstStyle>
          <a:p>
            <a:r>
              <a:rPr lang="en-US"/>
              <a:t>Click icon to add chart</a:t>
            </a:r>
            <a:endParaRPr lang="de-DE"/>
          </a:p>
        </p:txBody>
      </p:sp>
    </p:spTree>
    <p:extLst>
      <p:ext uri="{BB962C8B-B14F-4D97-AF65-F5344CB8AC3E}">
        <p14:creationId xmlns:p14="http://schemas.microsoft.com/office/powerpoint/2010/main" val="3673618402"/>
      </p:ext>
    </p:extLst>
  </p:cSld>
  <p:clrMapOvr>
    <a:masterClrMapping/>
  </p:clrMapOvr>
</p:sldLayout>
</file>

<file path=ppt/slideLayouts/slideLayout21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 userDrawn="1">
  <p:cSld name="18_Vier Diagramme-Übersich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7" name="Rechteck 16"/>
          <p:cNvSpPr/>
          <p:nvPr userDrawn="1"/>
        </p:nvSpPr>
        <p:spPr>
          <a:xfrm>
            <a:off x="6258294" y="4159893"/>
            <a:ext cx="5490794" cy="2152800"/>
          </a:xfrm>
          <a:prstGeom prst="rect">
            <a:avLst/>
          </a:prstGeom>
          <a:solidFill>
            <a:schemeClr val="bg1">
              <a:lumMod val="95000"/>
            </a:schemeClr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de-DE" sz="1800">
              <a:solidFill>
                <a:srgbClr val="53585D"/>
              </a:solidFill>
            </a:endParaRPr>
          </a:p>
        </p:txBody>
      </p:sp>
      <p:sp>
        <p:nvSpPr>
          <p:cNvPr id="16" name="Rechteck 15"/>
          <p:cNvSpPr/>
          <p:nvPr userDrawn="1"/>
        </p:nvSpPr>
        <p:spPr>
          <a:xfrm>
            <a:off x="450000" y="4159893"/>
            <a:ext cx="5490794" cy="2152800"/>
          </a:xfrm>
          <a:prstGeom prst="rect">
            <a:avLst/>
          </a:prstGeom>
          <a:solidFill>
            <a:schemeClr val="bg1">
              <a:lumMod val="95000"/>
            </a:schemeClr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de-DE" sz="1800">
              <a:solidFill>
                <a:srgbClr val="53585D"/>
              </a:solidFill>
            </a:endParaRPr>
          </a:p>
        </p:txBody>
      </p:sp>
      <p:sp>
        <p:nvSpPr>
          <p:cNvPr id="15" name="Rechteck 14"/>
          <p:cNvSpPr/>
          <p:nvPr userDrawn="1"/>
        </p:nvSpPr>
        <p:spPr>
          <a:xfrm>
            <a:off x="6258294" y="1879301"/>
            <a:ext cx="5490794" cy="2152800"/>
          </a:xfrm>
          <a:prstGeom prst="rect">
            <a:avLst/>
          </a:prstGeom>
          <a:solidFill>
            <a:schemeClr val="bg1">
              <a:lumMod val="95000"/>
            </a:schemeClr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de-DE" sz="1800">
              <a:solidFill>
                <a:srgbClr val="53585D"/>
              </a:solidFill>
            </a:endParaRPr>
          </a:p>
        </p:txBody>
      </p:sp>
      <p:sp>
        <p:nvSpPr>
          <p:cNvPr id="14" name="Rechteck 13"/>
          <p:cNvSpPr/>
          <p:nvPr userDrawn="1"/>
        </p:nvSpPr>
        <p:spPr>
          <a:xfrm>
            <a:off x="450000" y="1879301"/>
            <a:ext cx="5490794" cy="2152800"/>
          </a:xfrm>
          <a:prstGeom prst="rect">
            <a:avLst/>
          </a:prstGeom>
          <a:solidFill>
            <a:schemeClr val="bg1">
              <a:lumMod val="95000"/>
            </a:schemeClr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de-DE" sz="1800">
              <a:solidFill>
                <a:srgbClr val="53585D"/>
              </a:solidFill>
            </a:endParaRPr>
          </a:p>
        </p:txBody>
      </p:sp>
      <p:sp>
        <p:nvSpPr>
          <p:cNvPr id="22" name="Textplatzhalter 2"/>
          <p:cNvSpPr>
            <a:spLocks noGrp="1"/>
          </p:cNvSpPr>
          <p:nvPr>
            <p:ph type="body" sz="quarter" idx="21" hasCustomPrompt="1"/>
          </p:nvPr>
        </p:nvSpPr>
        <p:spPr>
          <a:xfrm>
            <a:off x="781255" y="1926926"/>
            <a:ext cx="4102100" cy="138499"/>
          </a:xfrm>
          <a:prstGeom prst="rect">
            <a:avLst/>
          </a:prstGeom>
        </p:spPr>
        <p:txBody>
          <a:bodyPr vert="horz" lIns="0" tIns="0" rIns="0" bIns="0">
            <a:spAutoFit/>
          </a:bodyPr>
          <a:lstStyle>
            <a:lvl1pPr marL="0" indent="0" algn="l">
              <a:spcBef>
                <a:spcPts val="0"/>
              </a:spcBef>
              <a:buFontTx/>
              <a:buNone/>
              <a:defRPr sz="900">
                <a:solidFill>
                  <a:srgbClr val="53585D"/>
                </a:solidFill>
              </a:defRPr>
            </a:lvl1pPr>
            <a:lvl2pPr marL="457158" indent="0" algn="l">
              <a:spcBef>
                <a:spcPts val="0"/>
              </a:spcBef>
              <a:buFontTx/>
              <a:buNone/>
              <a:defRPr sz="900"/>
            </a:lvl2pPr>
            <a:lvl3pPr marL="914316" indent="0" algn="l">
              <a:spcBef>
                <a:spcPts val="0"/>
              </a:spcBef>
              <a:buFontTx/>
              <a:buNone/>
              <a:defRPr sz="900"/>
            </a:lvl3pPr>
            <a:lvl4pPr marL="1371475" indent="0" algn="l">
              <a:spcBef>
                <a:spcPts val="0"/>
              </a:spcBef>
              <a:buFontTx/>
              <a:buNone/>
              <a:defRPr sz="900"/>
            </a:lvl4pPr>
            <a:lvl5pPr marL="1828634" indent="0" algn="l">
              <a:spcBef>
                <a:spcPts val="0"/>
              </a:spcBef>
              <a:buFontTx/>
              <a:buNone/>
              <a:defRPr sz="900"/>
            </a:lvl5pPr>
          </a:lstStyle>
          <a:p>
            <a:pPr lvl="0"/>
            <a:r>
              <a:rPr lang="de-DE"/>
              <a:t>Diagrammtitel einfügen (Einheiten)</a:t>
            </a:r>
          </a:p>
        </p:txBody>
      </p:sp>
      <p:sp>
        <p:nvSpPr>
          <p:cNvPr id="23" name="Textplatzhalter 2"/>
          <p:cNvSpPr>
            <a:spLocks noGrp="1"/>
          </p:cNvSpPr>
          <p:nvPr>
            <p:ph type="body" sz="quarter" idx="22" hasCustomPrompt="1"/>
          </p:nvPr>
        </p:nvSpPr>
        <p:spPr>
          <a:xfrm>
            <a:off x="6537236" y="1926926"/>
            <a:ext cx="4102100" cy="138499"/>
          </a:xfrm>
          <a:prstGeom prst="rect">
            <a:avLst/>
          </a:prstGeom>
        </p:spPr>
        <p:txBody>
          <a:bodyPr vert="horz" lIns="0" tIns="0" rIns="0" bIns="0">
            <a:spAutoFit/>
          </a:bodyPr>
          <a:lstStyle>
            <a:lvl1pPr marL="0" indent="0" algn="l">
              <a:spcBef>
                <a:spcPts val="0"/>
              </a:spcBef>
              <a:buFontTx/>
              <a:buNone/>
              <a:defRPr sz="900">
                <a:solidFill>
                  <a:srgbClr val="53585D"/>
                </a:solidFill>
              </a:defRPr>
            </a:lvl1pPr>
            <a:lvl2pPr marL="457158" indent="0" algn="l">
              <a:spcBef>
                <a:spcPts val="0"/>
              </a:spcBef>
              <a:buFontTx/>
              <a:buNone/>
              <a:defRPr sz="900"/>
            </a:lvl2pPr>
            <a:lvl3pPr marL="914316" indent="0" algn="l">
              <a:spcBef>
                <a:spcPts val="0"/>
              </a:spcBef>
              <a:buFontTx/>
              <a:buNone/>
              <a:defRPr sz="900"/>
            </a:lvl3pPr>
            <a:lvl4pPr marL="1371475" indent="0" algn="l">
              <a:spcBef>
                <a:spcPts val="0"/>
              </a:spcBef>
              <a:buFontTx/>
              <a:buNone/>
              <a:defRPr sz="900"/>
            </a:lvl4pPr>
            <a:lvl5pPr marL="1828634" indent="0" algn="l">
              <a:spcBef>
                <a:spcPts val="0"/>
              </a:spcBef>
              <a:buFontTx/>
              <a:buNone/>
              <a:defRPr sz="900"/>
            </a:lvl5pPr>
          </a:lstStyle>
          <a:p>
            <a:pPr lvl="0"/>
            <a:r>
              <a:rPr lang="de-DE"/>
              <a:t>Diagrammtitel einfügen (Einheiten)</a:t>
            </a:r>
          </a:p>
        </p:txBody>
      </p:sp>
      <p:sp>
        <p:nvSpPr>
          <p:cNvPr id="24" name="Textplatzhalter 2"/>
          <p:cNvSpPr>
            <a:spLocks noGrp="1"/>
          </p:cNvSpPr>
          <p:nvPr>
            <p:ph type="body" sz="quarter" idx="23" hasCustomPrompt="1"/>
          </p:nvPr>
        </p:nvSpPr>
        <p:spPr>
          <a:xfrm>
            <a:off x="781255" y="4207518"/>
            <a:ext cx="4102100" cy="138499"/>
          </a:xfrm>
          <a:prstGeom prst="rect">
            <a:avLst/>
          </a:prstGeom>
        </p:spPr>
        <p:txBody>
          <a:bodyPr vert="horz" lIns="0" tIns="0" rIns="0" bIns="0">
            <a:spAutoFit/>
          </a:bodyPr>
          <a:lstStyle>
            <a:lvl1pPr marL="0" indent="0" algn="l">
              <a:spcBef>
                <a:spcPts val="0"/>
              </a:spcBef>
              <a:buFontTx/>
              <a:buNone/>
              <a:defRPr sz="900">
                <a:solidFill>
                  <a:srgbClr val="53585D"/>
                </a:solidFill>
              </a:defRPr>
            </a:lvl1pPr>
            <a:lvl2pPr marL="457158" indent="0" algn="l">
              <a:spcBef>
                <a:spcPts val="0"/>
              </a:spcBef>
              <a:buFontTx/>
              <a:buNone/>
              <a:defRPr sz="900"/>
            </a:lvl2pPr>
            <a:lvl3pPr marL="914316" indent="0" algn="l">
              <a:spcBef>
                <a:spcPts val="0"/>
              </a:spcBef>
              <a:buFontTx/>
              <a:buNone/>
              <a:defRPr sz="900"/>
            </a:lvl3pPr>
            <a:lvl4pPr marL="1371475" indent="0" algn="l">
              <a:spcBef>
                <a:spcPts val="0"/>
              </a:spcBef>
              <a:buFontTx/>
              <a:buNone/>
              <a:defRPr sz="900"/>
            </a:lvl4pPr>
            <a:lvl5pPr marL="1828634" indent="0" algn="l">
              <a:spcBef>
                <a:spcPts val="0"/>
              </a:spcBef>
              <a:buFontTx/>
              <a:buNone/>
              <a:defRPr sz="900"/>
            </a:lvl5pPr>
          </a:lstStyle>
          <a:p>
            <a:pPr lvl="0"/>
            <a:r>
              <a:rPr lang="de-DE"/>
              <a:t>Diagrammtitel einfügen (Einheiten)</a:t>
            </a:r>
          </a:p>
        </p:txBody>
      </p:sp>
      <p:sp>
        <p:nvSpPr>
          <p:cNvPr id="25" name="Textplatzhalter 2"/>
          <p:cNvSpPr>
            <a:spLocks noGrp="1"/>
          </p:cNvSpPr>
          <p:nvPr>
            <p:ph type="body" sz="quarter" idx="24" hasCustomPrompt="1"/>
          </p:nvPr>
        </p:nvSpPr>
        <p:spPr>
          <a:xfrm>
            <a:off x="6537236" y="4207518"/>
            <a:ext cx="4102100" cy="138499"/>
          </a:xfrm>
          <a:prstGeom prst="rect">
            <a:avLst/>
          </a:prstGeom>
        </p:spPr>
        <p:txBody>
          <a:bodyPr vert="horz" lIns="0" tIns="0" rIns="0" bIns="0">
            <a:spAutoFit/>
          </a:bodyPr>
          <a:lstStyle>
            <a:lvl1pPr marL="0" indent="0" algn="l">
              <a:spcBef>
                <a:spcPts val="0"/>
              </a:spcBef>
              <a:buFontTx/>
              <a:buNone/>
              <a:defRPr sz="900">
                <a:solidFill>
                  <a:srgbClr val="53585D"/>
                </a:solidFill>
              </a:defRPr>
            </a:lvl1pPr>
            <a:lvl2pPr marL="457158" indent="0" algn="l">
              <a:spcBef>
                <a:spcPts val="0"/>
              </a:spcBef>
              <a:buFontTx/>
              <a:buNone/>
              <a:defRPr sz="900"/>
            </a:lvl2pPr>
            <a:lvl3pPr marL="914316" indent="0" algn="l">
              <a:spcBef>
                <a:spcPts val="0"/>
              </a:spcBef>
              <a:buFontTx/>
              <a:buNone/>
              <a:defRPr sz="900"/>
            </a:lvl3pPr>
            <a:lvl4pPr marL="1371475" indent="0" algn="l">
              <a:spcBef>
                <a:spcPts val="0"/>
              </a:spcBef>
              <a:buFontTx/>
              <a:buNone/>
              <a:defRPr sz="900"/>
            </a:lvl4pPr>
            <a:lvl5pPr marL="1828634" indent="0" algn="l">
              <a:spcBef>
                <a:spcPts val="0"/>
              </a:spcBef>
              <a:buFontTx/>
              <a:buNone/>
              <a:defRPr sz="900"/>
            </a:lvl5pPr>
          </a:lstStyle>
          <a:p>
            <a:pPr lvl="0"/>
            <a:r>
              <a:rPr lang="de-DE"/>
              <a:t>Diagrammtitel einfügen (Einheiten)</a:t>
            </a:r>
          </a:p>
        </p:txBody>
      </p:sp>
      <p:sp>
        <p:nvSpPr>
          <p:cNvPr id="2" name="Titel 1"/>
          <p:cNvSpPr>
            <a:spLocks noGrp="1"/>
          </p:cNvSpPr>
          <p:nvPr>
            <p:ph type="title"/>
          </p:nvPr>
        </p:nvSpPr>
        <p:spPr/>
        <p:txBody>
          <a:bodyPr/>
          <a:lstStyle>
            <a:lvl1pPr>
              <a:defRPr>
                <a:solidFill>
                  <a:schemeClr val="tx1"/>
                </a:solidFill>
              </a:defRPr>
            </a:lvl1pPr>
          </a:lstStyle>
          <a:p>
            <a:r>
              <a:rPr lang="en-US"/>
              <a:t>Click to edit Master title style</a:t>
            </a:r>
            <a:endParaRPr lang="de-DE"/>
          </a:p>
        </p:txBody>
      </p:sp>
      <p:sp>
        <p:nvSpPr>
          <p:cNvPr id="6" name="Diagrammplatzhalter 5"/>
          <p:cNvSpPr>
            <a:spLocks noGrp="1"/>
          </p:cNvSpPr>
          <p:nvPr>
            <p:ph type="chart" sz="quarter" idx="25"/>
          </p:nvPr>
        </p:nvSpPr>
        <p:spPr>
          <a:xfrm>
            <a:off x="781255" y="2093426"/>
            <a:ext cx="4828284" cy="1872000"/>
          </a:xfrm>
        </p:spPr>
        <p:txBody>
          <a:bodyPr/>
          <a:lstStyle>
            <a:lvl1pPr marL="0" indent="0">
              <a:buNone/>
              <a:defRPr>
                <a:solidFill>
                  <a:srgbClr val="53585D"/>
                </a:solidFill>
              </a:defRPr>
            </a:lvl1pPr>
          </a:lstStyle>
          <a:p>
            <a:r>
              <a:rPr lang="en-US"/>
              <a:t>Click icon to add chart</a:t>
            </a:r>
            <a:endParaRPr lang="de-DE"/>
          </a:p>
        </p:txBody>
      </p:sp>
      <p:sp>
        <p:nvSpPr>
          <p:cNvPr id="27" name="Diagrammplatzhalter 5"/>
          <p:cNvSpPr>
            <a:spLocks noGrp="1"/>
          </p:cNvSpPr>
          <p:nvPr>
            <p:ph type="chart" sz="quarter" idx="26"/>
          </p:nvPr>
        </p:nvSpPr>
        <p:spPr>
          <a:xfrm>
            <a:off x="6537236" y="2093426"/>
            <a:ext cx="4932911" cy="1872000"/>
          </a:xfrm>
        </p:spPr>
        <p:txBody>
          <a:bodyPr/>
          <a:lstStyle>
            <a:lvl1pPr marL="0" indent="0">
              <a:buNone/>
              <a:defRPr>
                <a:solidFill>
                  <a:srgbClr val="53585D"/>
                </a:solidFill>
              </a:defRPr>
            </a:lvl1pPr>
          </a:lstStyle>
          <a:p>
            <a:r>
              <a:rPr lang="en-US"/>
              <a:t>Click icon to add chart</a:t>
            </a:r>
            <a:endParaRPr lang="de-DE"/>
          </a:p>
        </p:txBody>
      </p:sp>
      <p:sp>
        <p:nvSpPr>
          <p:cNvPr id="28" name="Diagrammplatzhalter 5"/>
          <p:cNvSpPr>
            <a:spLocks noGrp="1"/>
          </p:cNvSpPr>
          <p:nvPr>
            <p:ph type="chart" sz="quarter" idx="27"/>
          </p:nvPr>
        </p:nvSpPr>
        <p:spPr>
          <a:xfrm>
            <a:off x="781255" y="4374018"/>
            <a:ext cx="4828284" cy="1872000"/>
          </a:xfrm>
        </p:spPr>
        <p:txBody>
          <a:bodyPr/>
          <a:lstStyle>
            <a:lvl1pPr marL="0" indent="0">
              <a:buNone/>
              <a:defRPr>
                <a:solidFill>
                  <a:srgbClr val="53585D"/>
                </a:solidFill>
              </a:defRPr>
            </a:lvl1pPr>
          </a:lstStyle>
          <a:p>
            <a:r>
              <a:rPr lang="en-US"/>
              <a:t>Click icon to add chart</a:t>
            </a:r>
            <a:endParaRPr lang="de-DE"/>
          </a:p>
        </p:txBody>
      </p:sp>
      <p:sp>
        <p:nvSpPr>
          <p:cNvPr id="29" name="Diagrammplatzhalter 5"/>
          <p:cNvSpPr>
            <a:spLocks noGrp="1"/>
          </p:cNvSpPr>
          <p:nvPr>
            <p:ph type="chart" sz="quarter" idx="28"/>
          </p:nvPr>
        </p:nvSpPr>
        <p:spPr>
          <a:xfrm>
            <a:off x="6537236" y="4374018"/>
            <a:ext cx="4932911" cy="1872000"/>
          </a:xfrm>
        </p:spPr>
        <p:txBody>
          <a:bodyPr/>
          <a:lstStyle>
            <a:lvl1pPr marL="0" indent="0">
              <a:buNone/>
              <a:defRPr>
                <a:solidFill>
                  <a:srgbClr val="53585D"/>
                </a:solidFill>
              </a:defRPr>
            </a:lvl1pPr>
          </a:lstStyle>
          <a:p>
            <a:r>
              <a:rPr lang="en-US"/>
              <a:t>Click icon to add chart</a:t>
            </a:r>
            <a:endParaRPr lang="de-DE"/>
          </a:p>
        </p:txBody>
      </p:sp>
    </p:spTree>
    <p:extLst>
      <p:ext uri="{BB962C8B-B14F-4D97-AF65-F5344CB8AC3E}">
        <p14:creationId xmlns:p14="http://schemas.microsoft.com/office/powerpoint/2010/main" val="611111990"/>
      </p:ext>
    </p:extLst>
  </p:cSld>
  <p:clrMapOvr>
    <a:masterClrMapping/>
  </p:clrMapOvr>
</p:sldLayout>
</file>

<file path=ppt/slideLayouts/slideLayout22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 userDrawn="1">
  <p:cSld name="19_Tabelle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graphicFrame>
        <p:nvGraphicFramePr>
          <p:cNvPr id="6" name="Objekt 5" hidden="1"/>
          <p:cNvGraphicFramePr>
            <a:graphicFrameLocks noChangeAspect="1"/>
          </p:cNvGraphicFramePr>
          <p:nvPr userDrawn="1">
            <p:custDataLst>
              <p:tags r:id="rId1"/>
            </p:custDataLst>
            <p:extLst>
              <p:ext uri="{D42A27DB-BD31-4B8C-83A1-F6EECF244321}">
                <p14:modId xmlns:p14="http://schemas.microsoft.com/office/powerpoint/2010/main" val="314965857"/>
              </p:ext>
            </p:extLst>
          </p:nvPr>
        </p:nvGraphicFramePr>
        <p:xfrm>
          <a:off x="2118" y="1589"/>
          <a:ext cx="2116" cy="1587"/>
        </p:xfrm>
        <a:graphic>
          <a:graphicData uri="http://schemas.openxmlformats.org/presentationml/2006/ole">
            <mc:AlternateContent xmlns:mc="http://schemas.openxmlformats.org/markup-compatibility/2006">
              <mc:Choice xmlns:v="urn:schemas-microsoft-com:vml" Requires="v">
                <p:oleObj name="think-cell Folie" r:id="rId3" imgW="270" imgH="270" progId="TCLayout.ActiveDocument.1">
                  <p:embed/>
                </p:oleObj>
              </mc:Choice>
              <mc:Fallback>
                <p:oleObj name="think-cell Folie" r:id="rId3" imgW="270" imgH="270" progId="TCLayout.ActiveDocument.1">
                  <p:embed/>
                  <p:pic>
                    <p:nvPicPr>
                      <p:cNvPr id="6" name="Objekt 5" hidden="1"/>
                      <p:cNvPicPr/>
                      <p:nvPr/>
                    </p:nvPicPr>
                    <p:blipFill>
                      <a:blip r:embed="rId4"/>
                      <a:stretch>
                        <a:fillRect/>
                      </a:stretch>
                    </p:blipFill>
                    <p:spPr>
                      <a:xfrm>
                        <a:off x="2118" y="1589"/>
                        <a:ext cx="2116" cy="1587"/>
                      </a:xfrm>
                      <a:prstGeom prst="rect">
                        <a:avLst/>
                      </a:prstGeom>
                    </p:spPr>
                  </p:pic>
                </p:oleObj>
              </mc:Fallback>
            </mc:AlternateContent>
          </a:graphicData>
        </a:graphic>
      </p:graphicFrame>
      <p:sp>
        <p:nvSpPr>
          <p:cNvPr id="9" name="Rechteck 8"/>
          <p:cNvSpPr>
            <a:spLocks/>
          </p:cNvSpPr>
          <p:nvPr userDrawn="1"/>
        </p:nvSpPr>
        <p:spPr>
          <a:xfrm>
            <a:off x="442517" y="1879301"/>
            <a:ext cx="11299088" cy="4429423"/>
          </a:xfrm>
          <a:prstGeom prst="rect">
            <a:avLst/>
          </a:prstGeom>
          <a:solidFill>
            <a:schemeClr val="bg1">
              <a:lumMod val="95000"/>
            </a:schemeClr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de-DE" sz="1800">
              <a:solidFill>
                <a:srgbClr val="53585D"/>
              </a:solidFill>
            </a:endParaRPr>
          </a:p>
        </p:txBody>
      </p:sp>
      <p:sp>
        <p:nvSpPr>
          <p:cNvPr id="2" name="Titel 1"/>
          <p:cNvSpPr>
            <a:spLocks noGrp="1"/>
          </p:cNvSpPr>
          <p:nvPr>
            <p:ph type="title"/>
          </p:nvPr>
        </p:nvSpPr>
        <p:spPr>
          <a:xfrm>
            <a:off x="450000" y="980728"/>
            <a:ext cx="10159263" cy="715249"/>
          </a:xfrm>
        </p:spPr>
        <p:txBody>
          <a:bodyPr vert="horz" wrap="square" lIns="0" tIns="0" rIns="0" bIns="0" rtlCol="0" anchor="b">
            <a:noAutofit/>
          </a:bodyPr>
          <a:lstStyle>
            <a:lvl1pPr>
              <a:defRPr lang="de-DE" dirty="0"/>
            </a:lvl1pPr>
          </a:lstStyle>
          <a:p>
            <a:pPr lvl="0"/>
            <a:r>
              <a:rPr lang="en-US"/>
              <a:t>Click to edit Master title style</a:t>
            </a:r>
            <a:endParaRPr lang="de-DE"/>
          </a:p>
        </p:txBody>
      </p:sp>
      <p:sp>
        <p:nvSpPr>
          <p:cNvPr id="4" name="Tabellenplatzhalter 3"/>
          <p:cNvSpPr>
            <a:spLocks noGrp="1"/>
          </p:cNvSpPr>
          <p:nvPr>
            <p:ph type="tbl" sz="quarter" idx="10"/>
          </p:nvPr>
        </p:nvSpPr>
        <p:spPr>
          <a:xfrm>
            <a:off x="1157767" y="2248211"/>
            <a:ext cx="9868588" cy="3691602"/>
          </a:xfrm>
        </p:spPr>
        <p:txBody>
          <a:bodyPr/>
          <a:lstStyle>
            <a:lvl1pPr marL="0" indent="0">
              <a:buNone/>
              <a:defRPr>
                <a:solidFill>
                  <a:srgbClr val="53585D"/>
                </a:solidFill>
              </a:defRPr>
            </a:lvl1pPr>
          </a:lstStyle>
          <a:p>
            <a:r>
              <a:rPr lang="en-US"/>
              <a:t>Click icon to add table</a:t>
            </a:r>
            <a:endParaRPr lang="de-DE"/>
          </a:p>
        </p:txBody>
      </p:sp>
    </p:spTree>
    <p:extLst>
      <p:ext uri="{BB962C8B-B14F-4D97-AF65-F5344CB8AC3E}">
        <p14:creationId xmlns:p14="http://schemas.microsoft.com/office/powerpoint/2010/main" val="1842790815"/>
      </p:ext>
    </p:extLst>
  </p:cSld>
  <p:clrMapOvr>
    <a:masterClrMapping/>
  </p:clrMapOvr>
</p:sldLayout>
</file>

<file path=ppt/slideLayouts/slideLayout23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 userDrawn="1">
  <p:cSld name="20_Video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3" name="Rechteck 12"/>
          <p:cNvSpPr/>
          <p:nvPr userDrawn="1"/>
        </p:nvSpPr>
        <p:spPr>
          <a:xfrm>
            <a:off x="0" y="0"/>
            <a:ext cx="12192000" cy="6858000"/>
          </a:xfrm>
          <a:prstGeom prst="rect">
            <a:avLst/>
          </a:prstGeom>
          <a:solidFill>
            <a:srgbClr val="000000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de-DE" sz="1800"/>
          </a:p>
        </p:txBody>
      </p:sp>
      <p:sp>
        <p:nvSpPr>
          <p:cNvPr id="3" name="Medienplatzhalter 2"/>
          <p:cNvSpPr>
            <a:spLocks noGrp="1"/>
          </p:cNvSpPr>
          <p:nvPr>
            <p:ph type="media" sz="quarter" idx="10"/>
          </p:nvPr>
        </p:nvSpPr>
        <p:spPr>
          <a:xfrm>
            <a:off x="0" y="0"/>
            <a:ext cx="12192000" cy="6858000"/>
          </a:xfrm>
          <a:prstGeom prst="rect">
            <a:avLst/>
          </a:prstGeom>
        </p:spPr>
        <p:txBody>
          <a:bodyPr/>
          <a:lstStyle/>
          <a:p>
            <a:r>
              <a:rPr lang="en-US"/>
              <a:t>Click icon to add media</a:t>
            </a:r>
            <a:endParaRPr lang="de-DE"/>
          </a:p>
        </p:txBody>
      </p:sp>
    </p:spTree>
    <p:extLst>
      <p:ext uri="{BB962C8B-B14F-4D97-AF65-F5344CB8AC3E}">
        <p14:creationId xmlns:p14="http://schemas.microsoft.com/office/powerpoint/2010/main" val="2862674746"/>
      </p:ext>
    </p:extLst>
  </p:cSld>
  <p:clrMapOvr>
    <a:masterClrMapping/>
  </p:clrMapOvr>
</p:sldLayout>
</file>

<file path=ppt/slideLayouts/slideLayout24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 userDrawn="1">
  <p:cSld name="21_Video_klei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" name="Titel 2"/>
          <p:cNvSpPr>
            <a:spLocks noGrp="1"/>
          </p:cNvSpPr>
          <p:nvPr>
            <p:ph type="title"/>
          </p:nvPr>
        </p:nvSpPr>
        <p:spPr>
          <a:xfrm>
            <a:off x="450000" y="980728"/>
            <a:ext cx="10159263" cy="715249"/>
          </a:xfrm>
        </p:spPr>
        <p:txBody>
          <a:bodyPr vert="horz" wrap="square" lIns="0" tIns="0" rIns="0" bIns="0" rtlCol="0" anchor="b">
            <a:noAutofit/>
          </a:bodyPr>
          <a:lstStyle>
            <a:lvl1pPr>
              <a:defRPr lang="de-DE" dirty="0">
                <a:solidFill>
                  <a:srgbClr val="53585D"/>
                </a:solidFill>
              </a:defRPr>
            </a:lvl1pPr>
          </a:lstStyle>
          <a:p>
            <a:pPr lvl="0"/>
            <a:r>
              <a:rPr lang="en-US"/>
              <a:t>Click to edit Master title style</a:t>
            </a:r>
            <a:endParaRPr lang="de-DE"/>
          </a:p>
        </p:txBody>
      </p:sp>
      <p:sp>
        <p:nvSpPr>
          <p:cNvPr id="5" name="Medienplatzhalter 4"/>
          <p:cNvSpPr>
            <a:spLocks noGrp="1"/>
          </p:cNvSpPr>
          <p:nvPr>
            <p:ph type="media" sz="quarter" idx="19"/>
          </p:nvPr>
        </p:nvSpPr>
        <p:spPr>
          <a:xfrm>
            <a:off x="450000" y="1879301"/>
            <a:ext cx="7427175" cy="4141987"/>
          </a:xfrm>
          <a:prstGeom prst="rect">
            <a:avLst/>
          </a:prstGeom>
          <a:solidFill>
            <a:schemeClr val="bg1">
              <a:lumMod val="95000"/>
            </a:schemeClr>
          </a:solidFill>
        </p:spPr>
        <p:txBody>
          <a:bodyPr/>
          <a:lstStyle>
            <a:lvl1pPr>
              <a:defRPr>
                <a:solidFill>
                  <a:srgbClr val="53585D"/>
                </a:solidFill>
              </a:defRPr>
            </a:lvl1pPr>
          </a:lstStyle>
          <a:p>
            <a:r>
              <a:rPr lang="en-US"/>
              <a:t>Click icon to add media</a:t>
            </a:r>
            <a:endParaRPr lang="de-DE"/>
          </a:p>
        </p:txBody>
      </p:sp>
      <p:sp>
        <p:nvSpPr>
          <p:cNvPr id="7" name="Textplatzhalter 7"/>
          <p:cNvSpPr>
            <a:spLocks noGrp="1"/>
          </p:cNvSpPr>
          <p:nvPr>
            <p:ph type="body" sz="quarter" idx="12"/>
          </p:nvPr>
        </p:nvSpPr>
        <p:spPr>
          <a:xfrm>
            <a:off x="8197850" y="1881188"/>
            <a:ext cx="3551238" cy="4429125"/>
          </a:xfrm>
        </p:spPr>
        <p:txBody>
          <a:bodyPr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</p:spTree>
    <p:extLst>
      <p:ext uri="{BB962C8B-B14F-4D97-AF65-F5344CB8AC3E}">
        <p14:creationId xmlns:p14="http://schemas.microsoft.com/office/powerpoint/2010/main" val="1915929268"/>
      </p:ext>
    </p:extLst>
  </p:cSld>
  <p:clrMapOvr>
    <a:masterClrMapping/>
  </p:clrMapOvr>
</p:sldLayout>
</file>

<file path=ppt/slideLayouts/slideLayout25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 userDrawn="1">
  <p:cSld name="22_Schlussfolie/Trennfolie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" name="Titel 2"/>
          <p:cNvSpPr>
            <a:spLocks noGrp="1"/>
          </p:cNvSpPr>
          <p:nvPr>
            <p:ph type="title"/>
          </p:nvPr>
        </p:nvSpPr>
        <p:spPr>
          <a:xfrm>
            <a:off x="450000" y="1854323"/>
            <a:ext cx="10638367" cy="984885"/>
          </a:xfrm>
        </p:spPr>
        <p:txBody>
          <a:bodyPr vert="horz" wrap="square" lIns="0" tIns="0" rIns="0" bIns="0" rtlCol="0" anchor="t">
            <a:noAutofit/>
          </a:bodyPr>
          <a:lstStyle>
            <a:lvl1pPr>
              <a:defRPr lang="de-DE" sz="3200" b="0" dirty="0">
                <a:solidFill>
                  <a:schemeClr val="tx1"/>
                </a:solidFill>
              </a:defRPr>
            </a:lvl1pPr>
          </a:lstStyle>
          <a:p>
            <a:pPr lvl="0"/>
            <a:r>
              <a:rPr lang="en-US"/>
              <a:t>Click to edit Master title style</a:t>
            </a:r>
            <a:endParaRPr lang="de-DE"/>
          </a:p>
        </p:txBody>
      </p:sp>
    </p:spTree>
    <p:extLst>
      <p:ext uri="{BB962C8B-B14F-4D97-AF65-F5344CB8AC3E}">
        <p14:creationId xmlns:p14="http://schemas.microsoft.com/office/powerpoint/2010/main" val="1293334680"/>
      </p:ext>
    </p:extLst>
  </p:cSld>
  <p:clrMapOvr>
    <a:masterClrMapping/>
  </p:clrMapOvr>
</p:sldLayout>
</file>

<file path=ppt/slideMasters/_rels/slideMaster1.xml.rels><?xml version="1.0" encoding="UTF-8" standalone="yes"?>
<Relationships xmlns="http://schemas.openxmlformats.org/package/2006/relationships"><Relationship Id="rId8" Type="http://schemas.openxmlformats.org/officeDocument/2006/relationships/slideLayout" Target="../slideLayouts/slideLayout8.xml"/><Relationship Id="rId13" Type="http://schemas.openxmlformats.org/officeDocument/2006/relationships/slideLayout" Target="../slideLayouts/slideLayout13.xml"/><Relationship Id="rId18" Type="http://schemas.openxmlformats.org/officeDocument/2006/relationships/slideLayout" Target="../slideLayouts/slideLayout18.xml"/><Relationship Id="rId26" Type="http://schemas.openxmlformats.org/officeDocument/2006/relationships/theme" Target="../theme/theme1.xml"/><Relationship Id="rId3" Type="http://schemas.openxmlformats.org/officeDocument/2006/relationships/slideLayout" Target="../slideLayouts/slideLayout3.xml"/><Relationship Id="rId21" Type="http://schemas.openxmlformats.org/officeDocument/2006/relationships/slideLayout" Target="../slideLayouts/slideLayout21.xml"/><Relationship Id="rId7" Type="http://schemas.openxmlformats.org/officeDocument/2006/relationships/slideLayout" Target="../slideLayouts/slideLayout7.xml"/><Relationship Id="rId12" Type="http://schemas.openxmlformats.org/officeDocument/2006/relationships/slideLayout" Target="../slideLayouts/slideLayout12.xml"/><Relationship Id="rId17" Type="http://schemas.openxmlformats.org/officeDocument/2006/relationships/slideLayout" Target="../slideLayouts/slideLayout17.xml"/><Relationship Id="rId25" Type="http://schemas.openxmlformats.org/officeDocument/2006/relationships/slideLayout" Target="../slideLayouts/slideLayout25.xml"/><Relationship Id="rId33" Type="http://schemas.openxmlformats.org/officeDocument/2006/relationships/image" Target="../media/image2.png"/><Relationship Id="rId2" Type="http://schemas.openxmlformats.org/officeDocument/2006/relationships/slideLayout" Target="../slideLayouts/slideLayout2.xml"/><Relationship Id="rId16" Type="http://schemas.openxmlformats.org/officeDocument/2006/relationships/slideLayout" Target="../slideLayouts/slideLayout16.xml"/><Relationship Id="rId20" Type="http://schemas.openxmlformats.org/officeDocument/2006/relationships/slideLayout" Target="../slideLayouts/slideLayout20.xml"/><Relationship Id="rId29" Type="http://schemas.openxmlformats.org/officeDocument/2006/relationships/tags" Target="../tags/tag4.xml"/><Relationship Id="rId1" Type="http://schemas.openxmlformats.org/officeDocument/2006/relationships/slideLayout" Target="../slideLayouts/slideLayout1.xml"/><Relationship Id="rId6" Type="http://schemas.openxmlformats.org/officeDocument/2006/relationships/slideLayout" Target="../slideLayouts/slideLayout6.xml"/><Relationship Id="rId11" Type="http://schemas.openxmlformats.org/officeDocument/2006/relationships/slideLayout" Target="../slideLayouts/slideLayout11.xml"/><Relationship Id="rId24" Type="http://schemas.openxmlformats.org/officeDocument/2006/relationships/slideLayout" Target="../slideLayouts/slideLayout24.xml"/><Relationship Id="rId32" Type="http://schemas.openxmlformats.org/officeDocument/2006/relationships/image" Target="../media/image1.emf"/><Relationship Id="rId5" Type="http://schemas.openxmlformats.org/officeDocument/2006/relationships/slideLayout" Target="../slideLayouts/slideLayout5.xml"/><Relationship Id="rId15" Type="http://schemas.openxmlformats.org/officeDocument/2006/relationships/slideLayout" Target="../slideLayouts/slideLayout15.xml"/><Relationship Id="rId23" Type="http://schemas.openxmlformats.org/officeDocument/2006/relationships/slideLayout" Target="../slideLayouts/slideLayout23.xml"/><Relationship Id="rId28" Type="http://schemas.openxmlformats.org/officeDocument/2006/relationships/tags" Target="../tags/tag3.xml"/><Relationship Id="rId10" Type="http://schemas.openxmlformats.org/officeDocument/2006/relationships/slideLayout" Target="../slideLayouts/slideLayout10.xml"/><Relationship Id="rId19" Type="http://schemas.openxmlformats.org/officeDocument/2006/relationships/slideLayout" Target="../slideLayouts/slideLayout19.xml"/><Relationship Id="rId31" Type="http://schemas.openxmlformats.org/officeDocument/2006/relationships/oleObject" Target="../embeddings/oleObject1.bin"/><Relationship Id="rId4" Type="http://schemas.openxmlformats.org/officeDocument/2006/relationships/slideLayout" Target="../slideLayouts/slideLayout4.xml"/><Relationship Id="rId9" Type="http://schemas.openxmlformats.org/officeDocument/2006/relationships/slideLayout" Target="../slideLayouts/slideLayout9.xml"/><Relationship Id="rId14" Type="http://schemas.openxmlformats.org/officeDocument/2006/relationships/slideLayout" Target="../slideLayouts/slideLayout14.xml"/><Relationship Id="rId22" Type="http://schemas.openxmlformats.org/officeDocument/2006/relationships/slideLayout" Target="../slideLayouts/slideLayout22.xml"/><Relationship Id="rId27" Type="http://schemas.openxmlformats.org/officeDocument/2006/relationships/tags" Target="../tags/tag2.xml"/><Relationship Id="rId30" Type="http://schemas.openxmlformats.org/officeDocument/2006/relationships/tags" Target="../tags/tag5.xml"/></Relationships>
</file>

<file path=ppt/slideMasters/slideMaster1.xml><?xml version="1.0" encoding="utf-8"?>
<p:sldMaster xmlns:a="http://schemas.openxmlformats.org/drawingml/2006/main" xmlns:r="http://schemas.openxmlformats.org/officeDocument/2006/relationships" xmlns:p="http://schemas.openxmlformats.org/presentationml/2006/main" preserve="1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graphicFrame>
        <p:nvGraphicFramePr>
          <p:cNvPr id="2" name="Objekt 1" hidden="1"/>
          <p:cNvGraphicFramePr>
            <a:graphicFrameLocks noChangeAspect="1"/>
          </p:cNvGraphicFramePr>
          <p:nvPr userDrawn="1">
            <p:custDataLst>
              <p:tags r:id="rId27"/>
            </p:custDataLst>
            <p:extLst>
              <p:ext uri="{D42A27DB-BD31-4B8C-83A1-F6EECF244321}">
                <p14:modId xmlns:p14="http://schemas.microsoft.com/office/powerpoint/2010/main" val="3653128708"/>
              </p:ext>
            </p:extLst>
          </p:nvPr>
        </p:nvGraphicFramePr>
        <p:xfrm>
          <a:off x="2118" y="1589"/>
          <a:ext cx="2116" cy="1587"/>
        </p:xfrm>
        <a:graphic>
          <a:graphicData uri="http://schemas.openxmlformats.org/presentationml/2006/ole">
            <mc:AlternateContent xmlns:mc="http://schemas.openxmlformats.org/markup-compatibility/2006">
              <mc:Choice xmlns:v="urn:schemas-microsoft-com:vml" Requires="v">
                <p:oleObj name="think-cell Folie" r:id="rId31" imgW="270" imgH="270" progId="TCLayout.ActiveDocument.1">
                  <p:embed/>
                </p:oleObj>
              </mc:Choice>
              <mc:Fallback>
                <p:oleObj name="think-cell Folie" r:id="rId31" imgW="270" imgH="270" progId="TCLayout.ActiveDocument.1">
                  <p:embed/>
                  <p:pic>
                    <p:nvPicPr>
                      <p:cNvPr id="2" name="Objekt 1" hidden="1"/>
                      <p:cNvPicPr/>
                      <p:nvPr/>
                    </p:nvPicPr>
                    <p:blipFill>
                      <a:blip r:embed="rId32"/>
                      <a:stretch>
                        <a:fillRect/>
                      </a:stretch>
                    </p:blipFill>
                    <p:spPr>
                      <a:xfrm>
                        <a:off x="2118" y="1589"/>
                        <a:ext cx="2116" cy="1587"/>
                      </a:xfrm>
                      <a:prstGeom prst="rect">
                        <a:avLst/>
                      </a:prstGeom>
                    </p:spPr>
                  </p:pic>
                </p:oleObj>
              </mc:Fallback>
            </mc:AlternateContent>
          </a:graphicData>
        </a:graphic>
      </p:graphicFrame>
      <p:sp>
        <p:nvSpPr>
          <p:cNvPr id="4" name="Foliennummernplatzhalter 3"/>
          <p:cNvSpPr>
            <a:spLocks noGrp="1"/>
          </p:cNvSpPr>
          <p:nvPr>
            <p:ph type="sldNum" sz="quarter" idx="4"/>
          </p:nvPr>
        </p:nvSpPr>
        <p:spPr>
          <a:xfrm>
            <a:off x="7888288" y="6540972"/>
            <a:ext cx="3860800" cy="107722"/>
          </a:xfrm>
          <a:prstGeom prst="rect">
            <a:avLst/>
          </a:prstGeom>
        </p:spPr>
        <p:txBody>
          <a:bodyPr vert="horz" lIns="0" tIns="0" rIns="0" bIns="0" rtlCol="0" anchor="ctr">
            <a:spAutoFit/>
          </a:bodyPr>
          <a:lstStyle>
            <a:lvl1pPr>
              <a:defRPr lang="en-GB" sz="700" b="0" i="0" smtClean="0">
                <a:solidFill>
                  <a:schemeClr val="bg1"/>
                </a:solidFill>
                <a:latin typeface="+mn-lt"/>
                <a:cs typeface="Calibri Light"/>
              </a:defRPr>
            </a:lvl1pPr>
          </a:lstStyle>
          <a:p>
            <a:pPr algn="r"/>
            <a:r>
              <a:rPr lang="de-DE"/>
              <a:t>Seite: </a:t>
            </a:r>
            <a:fld id="{E7550942-A291-48F7-A47C-F017F50DCE2F}" type="slidenum">
              <a:rPr smtClean="0"/>
              <a:pPr algn="r"/>
              <a:t>‹#›</a:t>
            </a:fld>
            <a:endParaRPr/>
          </a:p>
        </p:txBody>
      </p:sp>
      <p:grpSp>
        <p:nvGrpSpPr>
          <p:cNvPr id="11" name="Gruppieren 10"/>
          <p:cNvGrpSpPr/>
          <p:nvPr userDrawn="1">
            <p:custDataLst>
              <p:tags r:id="rId28"/>
            </p:custDataLst>
          </p:nvPr>
        </p:nvGrpSpPr>
        <p:grpSpPr>
          <a:xfrm>
            <a:off x="-151035" y="-97287"/>
            <a:ext cx="12476539" cy="7067433"/>
            <a:chOff x="-151035" y="-97287"/>
            <a:chExt cx="12476539" cy="7067433"/>
          </a:xfrm>
        </p:grpSpPr>
        <p:cxnSp>
          <p:nvCxnSpPr>
            <p:cNvPr id="84" name="Gerader Verbinder 83"/>
            <p:cNvCxnSpPr/>
            <p:nvPr userDrawn="1"/>
          </p:nvCxnSpPr>
          <p:spPr>
            <a:xfrm>
              <a:off x="-151035" y="3429933"/>
              <a:ext cx="96000" cy="0"/>
            </a:xfrm>
            <a:prstGeom prst="line">
              <a:avLst/>
            </a:prstGeom>
            <a:ln w="3175">
              <a:prstDash val="solid"/>
            </a:ln>
            <a:effectLst/>
          </p:spPr>
          <p:style>
            <a:lnRef idx="2">
              <a:schemeClr val="accent1"/>
            </a:lnRef>
            <a:fillRef idx="0">
              <a:schemeClr val="accent1"/>
            </a:fillRef>
            <a:effectRef idx="1">
              <a:schemeClr val="accent1"/>
            </a:effectRef>
            <a:fontRef idx="minor">
              <a:schemeClr val="tx1"/>
            </a:fontRef>
          </p:style>
        </p:cxnSp>
        <p:cxnSp>
          <p:nvCxnSpPr>
            <p:cNvPr id="85" name="Gerader Verbinder 84"/>
            <p:cNvCxnSpPr/>
            <p:nvPr userDrawn="1"/>
          </p:nvCxnSpPr>
          <p:spPr>
            <a:xfrm>
              <a:off x="-151035" y="6308340"/>
              <a:ext cx="96000" cy="0"/>
            </a:xfrm>
            <a:prstGeom prst="line">
              <a:avLst/>
            </a:prstGeom>
            <a:ln w="3175">
              <a:prstDash val="solid"/>
            </a:ln>
            <a:effectLst/>
          </p:spPr>
          <p:style>
            <a:lnRef idx="2">
              <a:schemeClr val="accent1"/>
            </a:lnRef>
            <a:fillRef idx="0">
              <a:schemeClr val="accent1"/>
            </a:fillRef>
            <a:effectRef idx="1">
              <a:schemeClr val="accent1"/>
            </a:effectRef>
            <a:fontRef idx="minor">
              <a:schemeClr val="tx1"/>
            </a:fontRef>
          </p:style>
        </p:cxnSp>
        <p:cxnSp>
          <p:nvCxnSpPr>
            <p:cNvPr id="86" name="Gerader Verbinder 85"/>
            <p:cNvCxnSpPr/>
            <p:nvPr userDrawn="1"/>
          </p:nvCxnSpPr>
          <p:spPr>
            <a:xfrm>
              <a:off x="-151035" y="6524238"/>
              <a:ext cx="96000" cy="0"/>
            </a:xfrm>
            <a:prstGeom prst="line">
              <a:avLst/>
            </a:prstGeom>
            <a:ln w="3175">
              <a:prstDash val="solid"/>
            </a:ln>
            <a:effectLst/>
          </p:spPr>
          <p:style>
            <a:lnRef idx="2">
              <a:schemeClr val="accent1"/>
            </a:lnRef>
            <a:fillRef idx="0">
              <a:schemeClr val="accent1"/>
            </a:fillRef>
            <a:effectRef idx="1">
              <a:schemeClr val="accent1"/>
            </a:effectRef>
            <a:fontRef idx="minor">
              <a:schemeClr val="tx1"/>
            </a:fontRef>
          </p:style>
        </p:cxnSp>
        <p:cxnSp>
          <p:nvCxnSpPr>
            <p:cNvPr id="87" name="Gerader Verbinder 86"/>
            <p:cNvCxnSpPr/>
            <p:nvPr userDrawn="1"/>
          </p:nvCxnSpPr>
          <p:spPr>
            <a:xfrm>
              <a:off x="-151035" y="6669881"/>
              <a:ext cx="96000" cy="0"/>
            </a:xfrm>
            <a:prstGeom prst="line">
              <a:avLst/>
            </a:prstGeom>
            <a:ln w="3175">
              <a:prstDash val="solid"/>
            </a:ln>
            <a:effectLst/>
          </p:spPr>
          <p:style>
            <a:lnRef idx="2">
              <a:schemeClr val="accent1"/>
            </a:lnRef>
            <a:fillRef idx="0">
              <a:schemeClr val="accent1"/>
            </a:fillRef>
            <a:effectRef idx="1">
              <a:schemeClr val="accent1"/>
            </a:effectRef>
            <a:fontRef idx="minor">
              <a:schemeClr val="tx1"/>
            </a:fontRef>
          </p:style>
        </p:cxnSp>
        <p:cxnSp>
          <p:nvCxnSpPr>
            <p:cNvPr id="88" name="Gerader Verbinder 87"/>
            <p:cNvCxnSpPr/>
            <p:nvPr userDrawn="1"/>
          </p:nvCxnSpPr>
          <p:spPr>
            <a:xfrm>
              <a:off x="-151035" y="980728"/>
              <a:ext cx="96000" cy="0"/>
            </a:xfrm>
            <a:prstGeom prst="line">
              <a:avLst/>
            </a:prstGeom>
            <a:ln w="3175">
              <a:prstDash val="solid"/>
            </a:ln>
            <a:effectLst/>
          </p:spPr>
          <p:style>
            <a:lnRef idx="2">
              <a:schemeClr val="accent1"/>
            </a:lnRef>
            <a:fillRef idx="0">
              <a:schemeClr val="accent1"/>
            </a:fillRef>
            <a:effectRef idx="1">
              <a:schemeClr val="accent1"/>
            </a:effectRef>
            <a:fontRef idx="minor">
              <a:schemeClr val="tx1"/>
            </a:fontRef>
          </p:style>
        </p:cxnSp>
        <p:cxnSp>
          <p:nvCxnSpPr>
            <p:cNvPr id="89" name="Gerader Verbinder 88"/>
            <p:cNvCxnSpPr/>
            <p:nvPr userDrawn="1"/>
          </p:nvCxnSpPr>
          <p:spPr>
            <a:xfrm>
              <a:off x="-151035" y="1879302"/>
              <a:ext cx="96000" cy="0"/>
            </a:xfrm>
            <a:prstGeom prst="line">
              <a:avLst/>
            </a:prstGeom>
            <a:ln w="3175">
              <a:prstDash val="solid"/>
            </a:ln>
            <a:effectLst/>
          </p:spPr>
          <p:style>
            <a:lnRef idx="2">
              <a:schemeClr val="accent1"/>
            </a:lnRef>
            <a:fillRef idx="0">
              <a:schemeClr val="accent1"/>
            </a:fillRef>
            <a:effectRef idx="1">
              <a:schemeClr val="accent1"/>
            </a:effectRef>
            <a:fontRef idx="minor">
              <a:schemeClr val="tx1"/>
            </a:fontRef>
          </p:style>
        </p:cxnSp>
        <p:cxnSp>
          <p:nvCxnSpPr>
            <p:cNvPr id="90" name="Gerader Verbinder 89"/>
            <p:cNvCxnSpPr/>
            <p:nvPr userDrawn="1"/>
          </p:nvCxnSpPr>
          <p:spPr>
            <a:xfrm>
              <a:off x="12229504" y="3429933"/>
              <a:ext cx="96000" cy="0"/>
            </a:xfrm>
            <a:prstGeom prst="line">
              <a:avLst/>
            </a:prstGeom>
            <a:ln w="3175">
              <a:prstDash val="solid"/>
            </a:ln>
            <a:effectLst/>
          </p:spPr>
          <p:style>
            <a:lnRef idx="2">
              <a:schemeClr val="accent1"/>
            </a:lnRef>
            <a:fillRef idx="0">
              <a:schemeClr val="accent1"/>
            </a:fillRef>
            <a:effectRef idx="1">
              <a:schemeClr val="accent1"/>
            </a:effectRef>
            <a:fontRef idx="minor">
              <a:schemeClr val="tx1"/>
            </a:fontRef>
          </p:style>
        </p:cxnSp>
        <p:cxnSp>
          <p:nvCxnSpPr>
            <p:cNvPr id="91" name="Gerader Verbinder 90"/>
            <p:cNvCxnSpPr/>
            <p:nvPr userDrawn="1"/>
          </p:nvCxnSpPr>
          <p:spPr>
            <a:xfrm>
              <a:off x="12229504" y="6308340"/>
              <a:ext cx="96000" cy="0"/>
            </a:xfrm>
            <a:prstGeom prst="line">
              <a:avLst/>
            </a:prstGeom>
            <a:ln w="3175">
              <a:prstDash val="solid"/>
            </a:ln>
            <a:effectLst/>
          </p:spPr>
          <p:style>
            <a:lnRef idx="2">
              <a:schemeClr val="accent1"/>
            </a:lnRef>
            <a:fillRef idx="0">
              <a:schemeClr val="accent1"/>
            </a:fillRef>
            <a:effectRef idx="1">
              <a:schemeClr val="accent1"/>
            </a:effectRef>
            <a:fontRef idx="minor">
              <a:schemeClr val="tx1"/>
            </a:fontRef>
          </p:style>
        </p:cxnSp>
        <p:cxnSp>
          <p:nvCxnSpPr>
            <p:cNvPr id="92" name="Gerader Verbinder 91"/>
            <p:cNvCxnSpPr/>
            <p:nvPr userDrawn="1"/>
          </p:nvCxnSpPr>
          <p:spPr>
            <a:xfrm>
              <a:off x="12229504" y="6524238"/>
              <a:ext cx="96000" cy="0"/>
            </a:xfrm>
            <a:prstGeom prst="line">
              <a:avLst/>
            </a:prstGeom>
            <a:ln w="3175">
              <a:prstDash val="solid"/>
            </a:ln>
            <a:effectLst/>
          </p:spPr>
          <p:style>
            <a:lnRef idx="2">
              <a:schemeClr val="accent1"/>
            </a:lnRef>
            <a:fillRef idx="0">
              <a:schemeClr val="accent1"/>
            </a:fillRef>
            <a:effectRef idx="1">
              <a:schemeClr val="accent1"/>
            </a:effectRef>
            <a:fontRef idx="minor">
              <a:schemeClr val="tx1"/>
            </a:fontRef>
          </p:style>
        </p:cxnSp>
        <p:cxnSp>
          <p:nvCxnSpPr>
            <p:cNvPr id="93" name="Gerader Verbinder 92"/>
            <p:cNvCxnSpPr/>
            <p:nvPr userDrawn="1"/>
          </p:nvCxnSpPr>
          <p:spPr>
            <a:xfrm>
              <a:off x="12229504" y="6669881"/>
              <a:ext cx="96000" cy="0"/>
            </a:xfrm>
            <a:prstGeom prst="line">
              <a:avLst/>
            </a:prstGeom>
            <a:ln w="3175">
              <a:prstDash val="solid"/>
            </a:ln>
            <a:effectLst/>
          </p:spPr>
          <p:style>
            <a:lnRef idx="2">
              <a:schemeClr val="accent1"/>
            </a:lnRef>
            <a:fillRef idx="0">
              <a:schemeClr val="accent1"/>
            </a:fillRef>
            <a:effectRef idx="1">
              <a:schemeClr val="accent1"/>
            </a:effectRef>
            <a:fontRef idx="minor">
              <a:schemeClr val="tx1"/>
            </a:fontRef>
          </p:style>
        </p:cxnSp>
        <p:cxnSp>
          <p:nvCxnSpPr>
            <p:cNvPr id="94" name="Gerader Verbinder 93"/>
            <p:cNvCxnSpPr/>
            <p:nvPr userDrawn="1"/>
          </p:nvCxnSpPr>
          <p:spPr>
            <a:xfrm>
              <a:off x="12229504" y="980728"/>
              <a:ext cx="96000" cy="0"/>
            </a:xfrm>
            <a:prstGeom prst="line">
              <a:avLst/>
            </a:prstGeom>
            <a:ln w="3175">
              <a:prstDash val="solid"/>
            </a:ln>
            <a:effectLst/>
          </p:spPr>
          <p:style>
            <a:lnRef idx="2">
              <a:schemeClr val="accent1"/>
            </a:lnRef>
            <a:fillRef idx="0">
              <a:schemeClr val="accent1"/>
            </a:fillRef>
            <a:effectRef idx="1">
              <a:schemeClr val="accent1"/>
            </a:effectRef>
            <a:fontRef idx="minor">
              <a:schemeClr val="tx1"/>
            </a:fontRef>
          </p:style>
        </p:cxnSp>
        <p:cxnSp>
          <p:nvCxnSpPr>
            <p:cNvPr id="95" name="Gerader Verbinder 94"/>
            <p:cNvCxnSpPr/>
            <p:nvPr userDrawn="1"/>
          </p:nvCxnSpPr>
          <p:spPr>
            <a:xfrm>
              <a:off x="12229504" y="1879302"/>
              <a:ext cx="96000" cy="0"/>
            </a:xfrm>
            <a:prstGeom prst="line">
              <a:avLst/>
            </a:prstGeom>
            <a:ln w="3175">
              <a:prstDash val="solid"/>
            </a:ln>
            <a:effectLst/>
          </p:spPr>
          <p:style>
            <a:lnRef idx="2">
              <a:schemeClr val="accent1"/>
            </a:lnRef>
            <a:fillRef idx="0">
              <a:schemeClr val="accent1"/>
            </a:fillRef>
            <a:effectRef idx="1">
              <a:schemeClr val="accent1"/>
            </a:effectRef>
            <a:fontRef idx="minor">
              <a:schemeClr val="tx1"/>
            </a:fontRef>
          </p:style>
        </p:cxnSp>
        <p:grpSp>
          <p:nvGrpSpPr>
            <p:cNvPr id="96" name="Gruppieren 95"/>
            <p:cNvGrpSpPr/>
            <p:nvPr userDrawn="1">
              <p:custDataLst>
                <p:tags r:id="rId29"/>
              </p:custDataLst>
            </p:nvPr>
          </p:nvGrpSpPr>
          <p:grpSpPr>
            <a:xfrm>
              <a:off x="450000" y="-97287"/>
              <a:ext cx="11299088" cy="72000"/>
              <a:chOff x="450000" y="-97287"/>
              <a:chExt cx="11299088" cy="72000"/>
            </a:xfrm>
          </p:grpSpPr>
          <p:cxnSp>
            <p:nvCxnSpPr>
              <p:cNvPr id="106" name="Gerader Verbinder 105"/>
              <p:cNvCxnSpPr/>
              <p:nvPr userDrawn="1"/>
            </p:nvCxnSpPr>
            <p:spPr>
              <a:xfrm rot="5400000">
                <a:off x="414000" y="-61287"/>
                <a:ext cx="72000" cy="0"/>
              </a:xfrm>
              <a:prstGeom prst="line">
                <a:avLst/>
              </a:prstGeom>
              <a:ln w="3175">
                <a:prstDash val="solid"/>
              </a:ln>
              <a:effectLst/>
            </p:spPr>
            <p:style>
              <a:lnRef idx="2">
                <a:schemeClr val="accent1"/>
              </a:lnRef>
              <a:fillRef idx="0">
                <a:schemeClr val="accent1"/>
              </a:fillRef>
              <a:effectRef idx="1">
                <a:schemeClr val="accent1"/>
              </a:effectRef>
              <a:fontRef idx="minor">
                <a:schemeClr val="tx1"/>
              </a:fontRef>
            </p:style>
          </p:cxnSp>
          <p:cxnSp>
            <p:nvCxnSpPr>
              <p:cNvPr id="107" name="Gerader Verbinder 106"/>
              <p:cNvCxnSpPr/>
              <p:nvPr userDrawn="1"/>
            </p:nvCxnSpPr>
            <p:spPr>
              <a:xfrm rot="5400000">
                <a:off x="6060000" y="-61287"/>
                <a:ext cx="72000" cy="0"/>
              </a:xfrm>
              <a:prstGeom prst="line">
                <a:avLst/>
              </a:prstGeom>
              <a:ln w="3175">
                <a:prstDash val="solid"/>
              </a:ln>
              <a:effectLst/>
            </p:spPr>
            <p:style>
              <a:lnRef idx="2">
                <a:schemeClr val="accent1"/>
              </a:lnRef>
              <a:fillRef idx="0">
                <a:schemeClr val="accent1"/>
              </a:fillRef>
              <a:effectRef idx="1">
                <a:schemeClr val="accent1"/>
              </a:effectRef>
              <a:fontRef idx="minor">
                <a:schemeClr val="tx1"/>
              </a:fontRef>
            </p:style>
          </p:cxnSp>
          <p:cxnSp>
            <p:nvCxnSpPr>
              <p:cNvPr id="108" name="Gerader Verbinder 107"/>
              <p:cNvCxnSpPr/>
              <p:nvPr userDrawn="1"/>
            </p:nvCxnSpPr>
            <p:spPr>
              <a:xfrm rot="5400000">
                <a:off x="10571678" y="-61287"/>
                <a:ext cx="72000" cy="0"/>
              </a:xfrm>
              <a:prstGeom prst="line">
                <a:avLst/>
              </a:prstGeom>
              <a:ln w="3175">
                <a:prstDash val="solid"/>
              </a:ln>
              <a:effectLst/>
            </p:spPr>
            <p:style>
              <a:lnRef idx="2">
                <a:schemeClr val="accent1"/>
              </a:lnRef>
              <a:fillRef idx="0">
                <a:schemeClr val="accent1"/>
              </a:fillRef>
              <a:effectRef idx="1">
                <a:schemeClr val="accent1"/>
              </a:effectRef>
              <a:fontRef idx="minor">
                <a:schemeClr val="tx1"/>
              </a:fontRef>
            </p:style>
          </p:cxnSp>
          <p:cxnSp>
            <p:nvCxnSpPr>
              <p:cNvPr id="109" name="Gerader Verbinder 108"/>
              <p:cNvCxnSpPr/>
              <p:nvPr userDrawn="1"/>
            </p:nvCxnSpPr>
            <p:spPr>
              <a:xfrm rot="5400000">
                <a:off x="3968696" y="-61287"/>
                <a:ext cx="72000" cy="0"/>
              </a:xfrm>
              <a:prstGeom prst="line">
                <a:avLst/>
              </a:prstGeom>
              <a:ln w="3175">
                <a:prstDash val="solid"/>
              </a:ln>
              <a:effectLst/>
            </p:spPr>
            <p:style>
              <a:lnRef idx="2">
                <a:schemeClr val="accent1"/>
              </a:lnRef>
              <a:fillRef idx="0">
                <a:schemeClr val="accent1"/>
              </a:fillRef>
              <a:effectRef idx="1">
                <a:schemeClr val="accent1"/>
              </a:effectRef>
              <a:fontRef idx="minor">
                <a:schemeClr val="tx1"/>
              </a:fontRef>
            </p:style>
          </p:cxnSp>
          <p:cxnSp>
            <p:nvCxnSpPr>
              <p:cNvPr id="110" name="Gerader Verbinder 109"/>
              <p:cNvCxnSpPr/>
              <p:nvPr userDrawn="1"/>
            </p:nvCxnSpPr>
            <p:spPr>
              <a:xfrm rot="5400000">
                <a:off x="4286196" y="-61287"/>
                <a:ext cx="72000" cy="0"/>
              </a:xfrm>
              <a:prstGeom prst="line">
                <a:avLst/>
              </a:prstGeom>
              <a:ln w="3175">
                <a:prstDash val="solid"/>
              </a:ln>
              <a:effectLst/>
            </p:spPr>
            <p:style>
              <a:lnRef idx="2">
                <a:schemeClr val="accent1"/>
              </a:lnRef>
              <a:fillRef idx="0">
                <a:schemeClr val="accent1"/>
              </a:fillRef>
              <a:effectRef idx="1">
                <a:schemeClr val="accent1"/>
              </a:effectRef>
              <a:fontRef idx="minor">
                <a:schemeClr val="tx1"/>
              </a:fontRef>
            </p:style>
          </p:cxnSp>
          <p:cxnSp>
            <p:nvCxnSpPr>
              <p:cNvPr id="111" name="Gerader Verbinder 110"/>
              <p:cNvCxnSpPr/>
              <p:nvPr userDrawn="1"/>
            </p:nvCxnSpPr>
            <p:spPr>
              <a:xfrm rot="5400000">
                <a:off x="7840891" y="-61287"/>
                <a:ext cx="72000" cy="0"/>
              </a:xfrm>
              <a:prstGeom prst="line">
                <a:avLst/>
              </a:prstGeom>
              <a:ln w="3175">
                <a:prstDash val="solid"/>
              </a:ln>
              <a:effectLst/>
            </p:spPr>
            <p:style>
              <a:lnRef idx="2">
                <a:schemeClr val="accent1"/>
              </a:lnRef>
              <a:fillRef idx="0">
                <a:schemeClr val="accent1"/>
              </a:fillRef>
              <a:effectRef idx="1">
                <a:schemeClr val="accent1"/>
              </a:effectRef>
              <a:fontRef idx="minor">
                <a:schemeClr val="tx1"/>
              </a:fontRef>
            </p:style>
          </p:cxnSp>
          <p:cxnSp>
            <p:nvCxnSpPr>
              <p:cNvPr id="112" name="Gerader Verbinder 111"/>
              <p:cNvCxnSpPr/>
              <p:nvPr userDrawn="1"/>
            </p:nvCxnSpPr>
            <p:spPr>
              <a:xfrm rot="5400000">
                <a:off x="8158391" y="-61287"/>
                <a:ext cx="72000" cy="0"/>
              </a:xfrm>
              <a:prstGeom prst="line">
                <a:avLst/>
              </a:prstGeom>
              <a:ln w="3175">
                <a:prstDash val="solid"/>
              </a:ln>
              <a:effectLst/>
            </p:spPr>
            <p:style>
              <a:lnRef idx="2">
                <a:schemeClr val="accent1"/>
              </a:lnRef>
              <a:fillRef idx="0">
                <a:schemeClr val="accent1"/>
              </a:fillRef>
              <a:effectRef idx="1">
                <a:schemeClr val="accent1"/>
              </a:effectRef>
              <a:fontRef idx="minor">
                <a:schemeClr val="tx1"/>
              </a:fontRef>
            </p:style>
          </p:cxnSp>
          <p:cxnSp>
            <p:nvCxnSpPr>
              <p:cNvPr id="113" name="Gerader Verbinder 112"/>
              <p:cNvCxnSpPr/>
              <p:nvPr userDrawn="1"/>
            </p:nvCxnSpPr>
            <p:spPr>
              <a:xfrm rot="5400000">
                <a:off x="11713088" y="-61287"/>
                <a:ext cx="72000" cy="0"/>
              </a:xfrm>
              <a:prstGeom prst="line">
                <a:avLst/>
              </a:prstGeom>
              <a:ln w="3175">
                <a:prstDash val="solid"/>
              </a:ln>
              <a:effectLst/>
            </p:spPr>
            <p:style>
              <a:lnRef idx="2">
                <a:schemeClr val="accent1"/>
              </a:lnRef>
              <a:fillRef idx="0">
                <a:schemeClr val="accent1"/>
              </a:fillRef>
              <a:effectRef idx="1">
                <a:schemeClr val="accent1"/>
              </a:effectRef>
              <a:fontRef idx="minor">
                <a:schemeClr val="tx1"/>
              </a:fontRef>
            </p:style>
          </p:cxnSp>
        </p:grpSp>
        <p:grpSp>
          <p:nvGrpSpPr>
            <p:cNvPr id="97" name="Gruppieren 96"/>
            <p:cNvGrpSpPr/>
            <p:nvPr userDrawn="1">
              <p:custDataLst>
                <p:tags r:id="rId30"/>
              </p:custDataLst>
            </p:nvPr>
          </p:nvGrpSpPr>
          <p:grpSpPr>
            <a:xfrm>
              <a:off x="450000" y="6898146"/>
              <a:ext cx="11299088" cy="72000"/>
              <a:chOff x="450000" y="-97287"/>
              <a:chExt cx="11299088" cy="72000"/>
            </a:xfrm>
          </p:grpSpPr>
          <p:cxnSp>
            <p:nvCxnSpPr>
              <p:cNvPr id="98" name="Gerader Verbinder 97"/>
              <p:cNvCxnSpPr/>
              <p:nvPr userDrawn="1"/>
            </p:nvCxnSpPr>
            <p:spPr>
              <a:xfrm rot="5400000">
                <a:off x="414000" y="-61287"/>
                <a:ext cx="72000" cy="0"/>
              </a:xfrm>
              <a:prstGeom prst="line">
                <a:avLst/>
              </a:prstGeom>
              <a:ln w="3175">
                <a:prstDash val="solid"/>
              </a:ln>
              <a:effectLst/>
            </p:spPr>
            <p:style>
              <a:lnRef idx="2">
                <a:schemeClr val="accent1"/>
              </a:lnRef>
              <a:fillRef idx="0">
                <a:schemeClr val="accent1"/>
              </a:fillRef>
              <a:effectRef idx="1">
                <a:schemeClr val="accent1"/>
              </a:effectRef>
              <a:fontRef idx="minor">
                <a:schemeClr val="tx1"/>
              </a:fontRef>
            </p:style>
          </p:cxnSp>
          <p:cxnSp>
            <p:nvCxnSpPr>
              <p:cNvPr id="99" name="Gerader Verbinder 98"/>
              <p:cNvCxnSpPr/>
              <p:nvPr userDrawn="1"/>
            </p:nvCxnSpPr>
            <p:spPr>
              <a:xfrm rot="5400000">
                <a:off x="6060000" y="-61287"/>
                <a:ext cx="72000" cy="0"/>
              </a:xfrm>
              <a:prstGeom prst="line">
                <a:avLst/>
              </a:prstGeom>
              <a:ln w="3175">
                <a:prstDash val="solid"/>
              </a:ln>
              <a:effectLst/>
            </p:spPr>
            <p:style>
              <a:lnRef idx="2">
                <a:schemeClr val="accent1"/>
              </a:lnRef>
              <a:fillRef idx="0">
                <a:schemeClr val="accent1"/>
              </a:fillRef>
              <a:effectRef idx="1">
                <a:schemeClr val="accent1"/>
              </a:effectRef>
              <a:fontRef idx="minor">
                <a:schemeClr val="tx1"/>
              </a:fontRef>
            </p:style>
          </p:cxnSp>
          <p:cxnSp>
            <p:nvCxnSpPr>
              <p:cNvPr id="100" name="Gerader Verbinder 99"/>
              <p:cNvCxnSpPr/>
              <p:nvPr userDrawn="1"/>
            </p:nvCxnSpPr>
            <p:spPr>
              <a:xfrm rot="5400000">
                <a:off x="10571678" y="-61287"/>
                <a:ext cx="72000" cy="0"/>
              </a:xfrm>
              <a:prstGeom prst="line">
                <a:avLst/>
              </a:prstGeom>
              <a:ln w="3175">
                <a:prstDash val="solid"/>
              </a:ln>
              <a:effectLst/>
            </p:spPr>
            <p:style>
              <a:lnRef idx="2">
                <a:schemeClr val="accent1"/>
              </a:lnRef>
              <a:fillRef idx="0">
                <a:schemeClr val="accent1"/>
              </a:fillRef>
              <a:effectRef idx="1">
                <a:schemeClr val="accent1"/>
              </a:effectRef>
              <a:fontRef idx="minor">
                <a:schemeClr val="tx1"/>
              </a:fontRef>
            </p:style>
          </p:cxnSp>
          <p:cxnSp>
            <p:nvCxnSpPr>
              <p:cNvPr id="101" name="Gerader Verbinder 100"/>
              <p:cNvCxnSpPr/>
              <p:nvPr userDrawn="1"/>
            </p:nvCxnSpPr>
            <p:spPr>
              <a:xfrm rot="5400000">
                <a:off x="3968696" y="-61287"/>
                <a:ext cx="72000" cy="0"/>
              </a:xfrm>
              <a:prstGeom prst="line">
                <a:avLst/>
              </a:prstGeom>
              <a:ln w="3175">
                <a:prstDash val="solid"/>
              </a:ln>
              <a:effectLst/>
            </p:spPr>
            <p:style>
              <a:lnRef idx="2">
                <a:schemeClr val="accent1"/>
              </a:lnRef>
              <a:fillRef idx="0">
                <a:schemeClr val="accent1"/>
              </a:fillRef>
              <a:effectRef idx="1">
                <a:schemeClr val="accent1"/>
              </a:effectRef>
              <a:fontRef idx="minor">
                <a:schemeClr val="tx1"/>
              </a:fontRef>
            </p:style>
          </p:cxnSp>
          <p:cxnSp>
            <p:nvCxnSpPr>
              <p:cNvPr id="102" name="Gerader Verbinder 101"/>
              <p:cNvCxnSpPr/>
              <p:nvPr userDrawn="1"/>
            </p:nvCxnSpPr>
            <p:spPr>
              <a:xfrm rot="5400000">
                <a:off x="4286196" y="-61287"/>
                <a:ext cx="72000" cy="0"/>
              </a:xfrm>
              <a:prstGeom prst="line">
                <a:avLst/>
              </a:prstGeom>
              <a:ln w="3175">
                <a:prstDash val="solid"/>
              </a:ln>
              <a:effectLst/>
            </p:spPr>
            <p:style>
              <a:lnRef idx="2">
                <a:schemeClr val="accent1"/>
              </a:lnRef>
              <a:fillRef idx="0">
                <a:schemeClr val="accent1"/>
              </a:fillRef>
              <a:effectRef idx="1">
                <a:schemeClr val="accent1"/>
              </a:effectRef>
              <a:fontRef idx="minor">
                <a:schemeClr val="tx1"/>
              </a:fontRef>
            </p:style>
          </p:cxnSp>
          <p:cxnSp>
            <p:nvCxnSpPr>
              <p:cNvPr id="103" name="Gerader Verbinder 102"/>
              <p:cNvCxnSpPr/>
              <p:nvPr userDrawn="1"/>
            </p:nvCxnSpPr>
            <p:spPr>
              <a:xfrm rot="5400000">
                <a:off x="7840891" y="-61287"/>
                <a:ext cx="72000" cy="0"/>
              </a:xfrm>
              <a:prstGeom prst="line">
                <a:avLst/>
              </a:prstGeom>
              <a:ln w="3175">
                <a:prstDash val="solid"/>
              </a:ln>
              <a:effectLst/>
            </p:spPr>
            <p:style>
              <a:lnRef idx="2">
                <a:schemeClr val="accent1"/>
              </a:lnRef>
              <a:fillRef idx="0">
                <a:schemeClr val="accent1"/>
              </a:fillRef>
              <a:effectRef idx="1">
                <a:schemeClr val="accent1"/>
              </a:effectRef>
              <a:fontRef idx="minor">
                <a:schemeClr val="tx1"/>
              </a:fontRef>
            </p:style>
          </p:cxnSp>
          <p:cxnSp>
            <p:nvCxnSpPr>
              <p:cNvPr id="104" name="Gerader Verbinder 103"/>
              <p:cNvCxnSpPr/>
              <p:nvPr userDrawn="1"/>
            </p:nvCxnSpPr>
            <p:spPr>
              <a:xfrm rot="5400000">
                <a:off x="8158391" y="-61287"/>
                <a:ext cx="72000" cy="0"/>
              </a:xfrm>
              <a:prstGeom prst="line">
                <a:avLst/>
              </a:prstGeom>
              <a:ln w="3175">
                <a:prstDash val="solid"/>
              </a:ln>
              <a:effectLst/>
            </p:spPr>
            <p:style>
              <a:lnRef idx="2">
                <a:schemeClr val="accent1"/>
              </a:lnRef>
              <a:fillRef idx="0">
                <a:schemeClr val="accent1"/>
              </a:fillRef>
              <a:effectRef idx="1">
                <a:schemeClr val="accent1"/>
              </a:effectRef>
              <a:fontRef idx="minor">
                <a:schemeClr val="tx1"/>
              </a:fontRef>
            </p:style>
          </p:cxnSp>
          <p:cxnSp>
            <p:nvCxnSpPr>
              <p:cNvPr id="105" name="Gerader Verbinder 104"/>
              <p:cNvCxnSpPr/>
              <p:nvPr userDrawn="1"/>
            </p:nvCxnSpPr>
            <p:spPr>
              <a:xfrm rot="5400000">
                <a:off x="11713088" y="-61287"/>
                <a:ext cx="72000" cy="0"/>
              </a:xfrm>
              <a:prstGeom prst="line">
                <a:avLst/>
              </a:prstGeom>
              <a:ln w="3175">
                <a:prstDash val="solid"/>
              </a:ln>
              <a:effectLst/>
            </p:spPr>
            <p:style>
              <a:lnRef idx="2">
                <a:schemeClr val="accent1"/>
              </a:lnRef>
              <a:fillRef idx="0">
                <a:schemeClr val="accent1"/>
              </a:fillRef>
              <a:effectRef idx="1">
                <a:schemeClr val="accent1"/>
              </a:effectRef>
              <a:fontRef idx="minor">
                <a:schemeClr val="tx1"/>
              </a:fontRef>
            </p:style>
          </p:cxnSp>
        </p:grpSp>
      </p:grpSp>
      <p:sp>
        <p:nvSpPr>
          <p:cNvPr id="13" name="Titelplatzhalter 12"/>
          <p:cNvSpPr>
            <a:spLocks noGrp="1"/>
          </p:cNvSpPr>
          <p:nvPr userDrawn="1">
            <p:ph type="title"/>
          </p:nvPr>
        </p:nvSpPr>
        <p:spPr>
          <a:xfrm>
            <a:off x="450000" y="980728"/>
            <a:ext cx="10159263" cy="715249"/>
          </a:xfrm>
          <a:prstGeom prst="rect">
            <a:avLst/>
          </a:prstGeom>
        </p:spPr>
        <p:txBody>
          <a:bodyPr vert="horz" wrap="square" lIns="0" tIns="0" rIns="0" bIns="0" rtlCol="0" anchor="b">
            <a:noAutofit/>
          </a:bodyPr>
          <a:lstStyle/>
          <a:p>
            <a:r>
              <a:rPr lang="de-DE"/>
              <a:t>Mastertitelformat bearbeiten</a:t>
            </a:r>
          </a:p>
        </p:txBody>
      </p:sp>
      <p:sp>
        <p:nvSpPr>
          <p:cNvPr id="61" name="Textfeld 60"/>
          <p:cNvSpPr txBox="1">
            <a:spLocks/>
          </p:cNvSpPr>
          <p:nvPr userDrawn="1"/>
        </p:nvSpPr>
        <p:spPr>
          <a:xfrm>
            <a:off x="7888288" y="6540972"/>
            <a:ext cx="3860800" cy="107722"/>
          </a:xfrm>
          <a:prstGeom prst="rect">
            <a:avLst/>
          </a:prstGeom>
        </p:spPr>
        <p:txBody>
          <a:bodyPr vert="horz" lIns="0" tIns="0" rIns="0" bIns="0" rtlCol="0" anchor="ctr">
            <a:spAutoFit/>
          </a:bodyPr>
          <a:lstStyle>
            <a:defPPr>
              <a:defRPr lang="de-DE"/>
            </a:defPPr>
            <a:lvl1pPr algn="ctr">
              <a:defRPr sz="800" b="0" i="0">
                <a:solidFill>
                  <a:schemeClr val="bg1"/>
                </a:solidFill>
                <a:latin typeface="Calibri Light"/>
                <a:cs typeface="Calibri Light"/>
              </a:defRPr>
            </a:lvl1pPr>
          </a:lstStyle>
          <a:p>
            <a:pPr algn="r"/>
            <a:r>
              <a:rPr lang="de-DE" sz="700">
                <a:solidFill>
                  <a:schemeClr val="tx1"/>
                </a:solidFill>
                <a:latin typeface="+mn-lt"/>
              </a:rPr>
              <a:t>Folie </a:t>
            </a:r>
            <a:fld id="{49C6E1B4-76A5-844A-8D6F-23019DBC3BDE}" type="slidenum">
              <a:rPr lang="de-DE" sz="700" smtClean="0">
                <a:solidFill>
                  <a:schemeClr val="tx1"/>
                </a:solidFill>
                <a:latin typeface="+mn-lt"/>
              </a:rPr>
              <a:pPr algn="r"/>
              <a:t>‹#›</a:t>
            </a:fld>
            <a:r>
              <a:rPr lang="de-DE" sz="700">
                <a:solidFill>
                  <a:schemeClr val="tx1"/>
                </a:solidFill>
                <a:latin typeface="+mn-lt"/>
              </a:rPr>
              <a:t> von 21  </a:t>
            </a:r>
          </a:p>
        </p:txBody>
      </p:sp>
      <p:sp>
        <p:nvSpPr>
          <p:cNvPr id="21" name="Textplatzhalter 20"/>
          <p:cNvSpPr>
            <a:spLocks noGrp="1"/>
          </p:cNvSpPr>
          <p:nvPr>
            <p:ph type="body" idx="1"/>
          </p:nvPr>
        </p:nvSpPr>
        <p:spPr>
          <a:xfrm>
            <a:off x="450001" y="1879302"/>
            <a:ext cx="10159262" cy="4429424"/>
          </a:xfrm>
          <a:prstGeom prst="rect">
            <a:avLst/>
          </a:prstGeom>
        </p:spPr>
        <p:txBody>
          <a:bodyPr vert="horz" lIns="0" tIns="0" rIns="0" bIns="0" rtlCol="0">
            <a:normAutofit/>
          </a:bodyPr>
          <a:lstStyle/>
          <a:p>
            <a:pPr lvl="0"/>
            <a:r>
              <a:rPr lang="de-DE" dirty="0"/>
              <a:t>Erste Ebene</a:t>
            </a:r>
          </a:p>
          <a:p>
            <a:pPr lvl="1"/>
            <a:r>
              <a:rPr lang="de-DE" dirty="0"/>
              <a:t>Zweite Ebene</a:t>
            </a:r>
          </a:p>
          <a:p>
            <a:pPr lvl="2"/>
            <a:r>
              <a:rPr lang="de-DE" dirty="0"/>
              <a:t>Dritte Ebene</a:t>
            </a:r>
          </a:p>
          <a:p>
            <a:pPr lvl="3"/>
            <a:r>
              <a:rPr lang="de-DE" dirty="0"/>
              <a:t>Vierte Ebene</a:t>
            </a:r>
          </a:p>
          <a:p>
            <a:pPr lvl="4"/>
            <a:r>
              <a:rPr lang="de-DE" dirty="0"/>
              <a:t>Fünfte Ebene</a:t>
            </a:r>
          </a:p>
        </p:txBody>
      </p:sp>
      <p:sp>
        <p:nvSpPr>
          <p:cNvPr id="6" name="Rechteck 5"/>
          <p:cNvSpPr/>
          <p:nvPr userDrawn="1"/>
        </p:nvSpPr>
        <p:spPr>
          <a:xfrm>
            <a:off x="449999" y="6533275"/>
            <a:ext cx="7426889" cy="123111"/>
          </a:xfrm>
          <a:prstGeom prst="rect">
            <a:avLst/>
          </a:prstGeom>
        </p:spPr>
        <p:txBody>
          <a:bodyPr vert="horz" wrap="square" lIns="0" tIns="0" rIns="0" bIns="0" rtlCol="0" anchor="ctr">
            <a:spAutoFit/>
          </a:bodyPr>
          <a:lstStyle/>
          <a:p>
            <a:pPr marL="0" marR="0" lvl="0" indent="0" algn="l" defTabSz="457158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r>
              <a:rPr lang="en-US" sz="800" dirty="0" err="1"/>
              <a:t>Tinkercad</a:t>
            </a:r>
            <a:r>
              <a:rPr lang="en-US" sz="800" dirty="0"/>
              <a:t> Lectures</a:t>
            </a:r>
            <a:r>
              <a:rPr lang="de-DE" sz="700" b="0" i="0" dirty="0">
                <a:solidFill>
                  <a:schemeClr val="tx1"/>
                </a:solidFill>
                <a:latin typeface="+mn-lt"/>
                <a:cs typeface="Calibri Light"/>
              </a:rPr>
              <a:t>| Meeran Ali Khan | </a:t>
            </a:r>
            <a:fld id="{0E18A725-F6BF-4D71-AF59-076A62F2F381}" type="datetime1">
              <a:rPr lang="de-DE" sz="700" b="0" i="0" smtClean="0">
                <a:solidFill>
                  <a:schemeClr val="tx1"/>
                </a:solidFill>
                <a:latin typeface="+mn-lt"/>
                <a:cs typeface="Calibri Light"/>
              </a:rPr>
              <a:pPr marL="0" marR="0" lvl="0" indent="0" algn="l" defTabSz="457158" rtl="0" eaLnBrk="1" fontAlgn="auto" latinLnBrk="0" hangingPunct="1">
                <a:lnSpc>
                  <a:spcPct val="100000"/>
                </a:lnSpc>
                <a:spcBef>
                  <a:spcPts val="0"/>
                </a:spcBef>
                <a:spcAft>
                  <a:spcPts val="0"/>
                </a:spcAft>
                <a:buClrTx/>
                <a:buSzTx/>
                <a:buFontTx/>
                <a:buNone/>
                <a:tabLst/>
                <a:defRPr/>
              </a:pPr>
              <a:t>29.11.2025</a:t>
            </a:fld>
            <a:r>
              <a:rPr lang="de-DE" sz="700" b="0" i="0" dirty="0">
                <a:solidFill>
                  <a:schemeClr val="tx1"/>
                </a:solidFill>
                <a:latin typeface="+mn-lt"/>
                <a:cs typeface="Calibri Light"/>
              </a:rPr>
              <a:t>|</a:t>
            </a:r>
          </a:p>
        </p:txBody>
      </p:sp>
      <p:pic>
        <p:nvPicPr>
          <p:cNvPr id="5" name="Picture 4">
            <a:extLst>
              <a:ext uri="{FF2B5EF4-FFF2-40B4-BE49-F238E27FC236}">
                <a16:creationId xmlns:a16="http://schemas.microsoft.com/office/drawing/2014/main" id="{2BF7F491-2C04-E9DB-F887-D2586A71EB87}"/>
              </a:ext>
            </a:extLst>
          </p:cNvPr>
          <p:cNvPicPr>
            <a:picLocks noChangeAspect="1"/>
          </p:cNvPicPr>
          <p:nvPr userDrawn="1"/>
        </p:nvPicPr>
        <p:blipFill>
          <a:blip r:embed="rId33"/>
          <a:srcRect t="29990" b="32327"/>
          <a:stretch>
            <a:fillRect/>
          </a:stretch>
        </p:blipFill>
        <p:spPr>
          <a:xfrm>
            <a:off x="449999" y="104474"/>
            <a:ext cx="2272836" cy="856479"/>
          </a:xfrm>
          <a:prstGeom prst="rect">
            <a:avLst/>
          </a:prstGeom>
        </p:spPr>
      </p:pic>
    </p:spTree>
    <p:extLst>
      <p:ext uri="{BB962C8B-B14F-4D97-AF65-F5344CB8AC3E}">
        <p14:creationId xmlns:p14="http://schemas.microsoft.com/office/powerpoint/2010/main" val="4144876949"/>
      </p:ext>
    </p:extLst>
  </p:cSld>
  <p:clrMap bg1="lt1" tx1="dk1" bg2="lt2" tx2="dk2" accent1="accent1" accent2="accent2" accent3="accent3" accent4="accent4" accent5="accent5" accent6="accent6" hlink="hlink" folHlink="folHlink"/>
  <p:sldLayoutIdLst>
    <p:sldLayoutId id="2147483726" r:id="rId1"/>
    <p:sldLayoutId id="2147483700" r:id="rId2"/>
    <p:sldLayoutId id="2147483729" r:id="rId3"/>
    <p:sldLayoutId id="2147483699" r:id="rId4"/>
    <p:sldLayoutId id="2147483715" r:id="rId5"/>
    <p:sldLayoutId id="2147483716" r:id="rId6"/>
    <p:sldLayoutId id="2147483742" r:id="rId7"/>
    <p:sldLayoutId id="2147483723" r:id="rId8"/>
    <p:sldLayoutId id="2147483724" r:id="rId9"/>
    <p:sldLayoutId id="2147483717" r:id="rId10"/>
    <p:sldLayoutId id="2147483718" r:id="rId11"/>
    <p:sldLayoutId id="2147483702" r:id="rId12"/>
    <p:sldLayoutId id="2147483708" r:id="rId13"/>
    <p:sldLayoutId id="2147483703" r:id="rId14"/>
    <p:sldLayoutId id="2147483704" r:id="rId15"/>
    <p:sldLayoutId id="2147483705" r:id="rId16"/>
    <p:sldLayoutId id="2147483713" r:id="rId17"/>
    <p:sldLayoutId id="2147483714" r:id="rId18"/>
    <p:sldLayoutId id="2147483727" r:id="rId19"/>
    <p:sldLayoutId id="2147483728" r:id="rId20"/>
    <p:sldLayoutId id="2147483707" r:id="rId21"/>
    <p:sldLayoutId id="2147483712" r:id="rId22"/>
    <p:sldLayoutId id="2147483719" r:id="rId23"/>
    <p:sldLayoutId id="2147483720" r:id="rId24"/>
    <p:sldLayoutId id="2147483730" r:id="rId25"/>
  </p:sldLayoutIdLst>
  <p:hf hdr="0" ftr="0" dt="0"/>
  <p:txStyles>
    <p:titleStyle>
      <a:lvl1pPr algn="l" defTabSz="457200" rtl="0" eaLnBrk="1" latinLnBrk="0" hangingPunct="1">
        <a:spcBef>
          <a:spcPct val="0"/>
        </a:spcBef>
        <a:buNone/>
        <a:defRPr sz="2400" b="0" kern="1200">
          <a:solidFill>
            <a:schemeClr val="tx1"/>
          </a:solidFill>
          <a:latin typeface="+mj-lt"/>
          <a:ea typeface="+mj-ea"/>
          <a:cs typeface="+mj-cs"/>
        </a:defRPr>
      </a:lvl1pPr>
    </p:titleStyle>
    <p:bodyStyle>
      <a:lvl1pPr marL="180975" indent="-180975" algn="l" defTabSz="457200" rtl="0" eaLnBrk="1" latinLnBrk="0" hangingPunct="1">
        <a:spcBef>
          <a:spcPts val="600"/>
        </a:spcBef>
        <a:buClr>
          <a:srgbClr val="53585D"/>
        </a:buClr>
        <a:buFont typeface="Wingdings" panose="05000000000000000000" pitchFamily="2" charset="2"/>
        <a:buChar char="§"/>
        <a:defRPr sz="1800" kern="1200">
          <a:solidFill>
            <a:schemeClr val="tx1"/>
          </a:solidFill>
          <a:latin typeface="+mn-lt"/>
          <a:ea typeface="+mn-ea"/>
          <a:cs typeface="+mn-cs"/>
        </a:defRPr>
      </a:lvl1pPr>
      <a:lvl2pPr marL="358775" indent="-179388" algn="l" defTabSz="457200" rtl="0" eaLnBrk="1" latinLnBrk="0" hangingPunct="1">
        <a:spcBef>
          <a:spcPts val="600"/>
        </a:spcBef>
        <a:buFont typeface="Arial" panose="020B0604020202020204" pitchFamily="34" charset="0"/>
        <a:buChar char="•"/>
        <a:defRPr sz="1800" kern="1200">
          <a:solidFill>
            <a:schemeClr val="tx1"/>
          </a:solidFill>
          <a:latin typeface="+mn-lt"/>
          <a:ea typeface="+mn-ea"/>
          <a:cs typeface="+mn-cs"/>
        </a:defRPr>
      </a:lvl2pPr>
      <a:lvl3pPr marL="538163" indent="-179388" algn="l" defTabSz="457200" rtl="0" eaLnBrk="1" latinLnBrk="0" hangingPunct="1">
        <a:spcBef>
          <a:spcPts val="600"/>
        </a:spcBef>
        <a:buClr>
          <a:srgbClr val="53585D"/>
        </a:buClr>
        <a:buFont typeface="Symbol" panose="05050102010706020507" pitchFamily="18" charset="2"/>
        <a:buChar char="-"/>
        <a:defRPr sz="1800" kern="1200">
          <a:solidFill>
            <a:schemeClr val="tx1"/>
          </a:solidFill>
          <a:latin typeface="+mn-lt"/>
          <a:ea typeface="+mn-ea"/>
          <a:cs typeface="+mn-cs"/>
        </a:defRPr>
      </a:lvl3pPr>
      <a:lvl4pPr marL="717550" indent="-179388" algn="l" defTabSz="457200" rtl="0" eaLnBrk="1" latinLnBrk="0" hangingPunct="1">
        <a:spcBef>
          <a:spcPts val="600"/>
        </a:spcBef>
        <a:buClr>
          <a:srgbClr val="53585D"/>
        </a:buClr>
        <a:buFont typeface="Symbol" panose="05050102010706020507" pitchFamily="18" charset="2"/>
        <a:buChar char="-"/>
        <a:tabLst/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896938" indent="-179388" algn="l" defTabSz="457200" rtl="0" eaLnBrk="1" latinLnBrk="0" hangingPunct="1">
        <a:spcBef>
          <a:spcPts val="600"/>
        </a:spcBef>
        <a:buClr>
          <a:srgbClr val="53585D"/>
        </a:buClr>
        <a:buFont typeface="Symbol" panose="05050102010706020507" pitchFamily="18" charset="2"/>
        <a:buChar char="-"/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895350" indent="-180975" algn="l" defTabSz="457200" rtl="0" eaLnBrk="1" latinLnBrk="0" hangingPunct="1">
        <a:spcBef>
          <a:spcPts val="600"/>
        </a:spcBef>
        <a:buClr>
          <a:srgbClr val="53585D"/>
        </a:buClr>
        <a:buFont typeface="Symbol" panose="05050102010706020507" pitchFamily="18" charset="2"/>
        <a:buChar char="-"/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9718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7pPr>
      <a:lvl8pPr marL="34290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8pPr>
      <a:lvl9pPr marL="38862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9pPr>
    </p:bodyStyle>
    <p:otherStyle>
      <a:defPPr>
        <a:defRPr lang="de-DE"/>
      </a:defPPr>
      <a:lvl1pPr marL="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1pPr>
      <a:lvl2pPr marL="4572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2pPr>
      <a:lvl3pPr marL="9144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3pPr>
      <a:lvl4pPr marL="13716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18288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2860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7432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2004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6576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otherStyle>
  </p:txStyles>
  <p:extLst>
    <p:ext uri="{27BBF7A9-308A-43DC-89C8-2F10F3537804}">
      <p15:sldGuideLst xmlns:p15="http://schemas.microsoft.com/office/powerpoint/2012/main">
        <p15:guide id="1" orient="horz" pos="2160" userDrawn="1">
          <p15:clr>
            <a:srgbClr val="F26B43"/>
          </p15:clr>
        </p15:guide>
        <p15:guide id="2" pos="3840" userDrawn="1">
          <p15:clr>
            <a:srgbClr val="F26B43"/>
          </p15:clr>
        </p15:guide>
        <p15:guide id="3" orient="horz" pos="618" userDrawn="1">
          <p15:clr>
            <a:srgbClr val="F26B43"/>
          </p15:clr>
        </p15:guide>
        <p15:guide id="4" orient="horz" pos="3974" userDrawn="1">
          <p15:clr>
            <a:srgbClr val="F26B43"/>
          </p15:clr>
        </p15:guide>
        <p15:guide id="5" orient="horz" pos="1185" userDrawn="1">
          <p15:clr>
            <a:srgbClr val="F26B43"/>
          </p15:clr>
        </p15:guide>
        <p15:guide id="6" pos="279" userDrawn="1">
          <p15:clr>
            <a:srgbClr val="F26B43"/>
          </p15:clr>
        </p15:guide>
        <p15:guide id="7" pos="6683" userDrawn="1">
          <p15:clr>
            <a:srgbClr val="F26B43"/>
          </p15:clr>
        </p15:guide>
        <p15:guide id="10" pos="7401" userDrawn="1">
          <p15:clr>
            <a:srgbClr val="F26B43"/>
          </p15:clr>
        </p15:guide>
        <p15:guide id="11" pos="2523" userDrawn="1">
          <p15:clr>
            <a:srgbClr val="F26B43"/>
          </p15:clr>
        </p15:guide>
        <p15:guide id="12" pos="2723" userDrawn="1">
          <p15:clr>
            <a:srgbClr val="F26B43"/>
          </p15:clr>
        </p15:guide>
        <p15:guide id="13" pos="4962" userDrawn="1">
          <p15:clr>
            <a:srgbClr val="F26B43"/>
          </p15:clr>
        </p15:guide>
        <p15:guide id="14" pos="5164" userDrawn="1">
          <p15:clr>
            <a:srgbClr val="F26B43"/>
          </p15:clr>
        </p15:guide>
        <p15:guide id="15" orient="horz" pos="4110" userDrawn="1">
          <p15:clr>
            <a:srgbClr val="F26B43"/>
          </p15:clr>
        </p15:guide>
        <p15:guide id="16" orient="horz" pos="4201" userDrawn="1">
          <p15:clr>
            <a:srgbClr val="F26B43"/>
          </p15:clr>
        </p15:guide>
        <p15:guide id="17" orient="horz" pos="414" userDrawn="1">
          <p15:clr>
            <a:srgbClr val="F26B43"/>
          </p15:clr>
        </p15:guide>
      </p15:sldGuideLst>
    </p:ext>
  </p:extLst>
</p:sldMaster>
</file>

<file path=ppt/slides/_rels/slide1.xml.rels><?xml version="1.0" encoding="UTF-8" standalone="yes"?>
<Relationships xmlns="http://schemas.openxmlformats.org/package/2006/relationships"><Relationship Id="rId2" Type="http://schemas.openxmlformats.org/officeDocument/2006/relationships/notesSlide" Target="../notesSlides/notesSlide1.xml"/><Relationship Id="rId1" Type="http://schemas.openxmlformats.org/officeDocument/2006/relationships/slideLayout" Target="../slideLayouts/slideLayout1.xml"/></Relationships>
</file>

<file path=ppt/slides/_rels/slide2.xml.rels><?xml version="1.0" encoding="UTF-8" standalone="yes"?>
<Relationships xmlns="http://schemas.openxmlformats.org/package/2006/relationships"><Relationship Id="rId2" Type="http://schemas.openxmlformats.org/officeDocument/2006/relationships/notesSlide" Target="../notesSlides/notesSlide2.xml"/><Relationship Id="rId1" Type="http://schemas.openxmlformats.org/officeDocument/2006/relationships/slideLayout" Target="../slideLayouts/slideLayout3.xml"/></Relationships>
</file>

<file path=ppt/slides/_rels/slide3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3.xml"/></Relationships>
</file>

<file path=ppt/slides/_rels/slide4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3.xml"/></Relationships>
</file>

<file path=ppt/slides/_rels/slide5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3.xml"/></Relationships>
</file>

<file path=ppt/slides/_rels/slide6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3.xml"/></Relationships>
</file>

<file path=ppt/slides/_rels/slide7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3.xml"/></Relationships>
</file>

<file path=ppt/slides/_rels/slide8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3.xml"/></Relationships>
</file>

<file path=ppt/slides/_rels/slide9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3.xml"/></Relationships>
</file>

<file path=ppt/slides/_rels/slide10.xml.rels><?xml version="1.0" encoding="UTF-8" standalone="yes"?>
<Relationships xmlns="http://schemas.openxmlformats.org/package/2006/relationships"><Relationship Id="rId3" Type="http://schemas.openxmlformats.org/officeDocument/2006/relationships/hyperlink" Target="https://commons.wikimedia.org/wiki/File:Logo-tinkercad-wordmark.svg" TargetMode="External"/><Relationship Id="rId2" Type="http://schemas.openxmlformats.org/officeDocument/2006/relationships/notesSlide" Target="../notesSlides/notesSlide3.xml"/><Relationship Id="rId1" Type="http://schemas.openxmlformats.org/officeDocument/2006/relationships/slideLayout" Target="../slideLayouts/slideLayout3.xml"/><Relationship Id="rId4" Type="http://schemas.openxmlformats.org/officeDocument/2006/relationships/hyperlink" Target="https://en.wikipedia.org/wiki/Tinkercad" TargetMode="External"/></Relationships>
</file>

<file path=ppt/slides/_rels/slide11.xml.rels><?xml version="1.0" encoding="UTF-8" standalone="yes"?>
<Relationships xmlns="http://schemas.openxmlformats.org/package/2006/relationships"><Relationship Id="rId2" Type="http://schemas.openxmlformats.org/officeDocument/2006/relationships/notesSlide" Target="../notesSlides/notesSlide4.xml"/><Relationship Id="rId1" Type="http://schemas.openxmlformats.org/officeDocument/2006/relationships/slideLayout" Target="../slideLayouts/slideLayout3.xml"/></Relationships>
</file>

<file path=ppt/slides/slide1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platzhalter 1">
            <a:extLst>
              <a:ext uri="{FF2B5EF4-FFF2-40B4-BE49-F238E27FC236}">
                <a16:creationId xmlns:a16="http://schemas.microsoft.com/office/drawing/2014/main" id="{581146B2-497F-451A-9385-F837CA0BF177}"/>
              </a:ext>
            </a:extLst>
          </p:cNvPr>
          <p:cNvSpPr>
            <a:spLocks noGrp="1"/>
          </p:cNvSpPr>
          <p:nvPr>
            <p:ph type="body" sz="quarter" idx="12"/>
          </p:nvPr>
        </p:nvSpPr>
        <p:spPr>
          <a:xfrm>
            <a:off x="450000" y="1600200"/>
            <a:ext cx="10605540" cy="602794"/>
          </a:xfrm>
        </p:spPr>
        <p:txBody>
          <a:bodyPr/>
          <a:lstStyle/>
          <a:p>
            <a:pPr algn="ctr"/>
            <a:r>
              <a:rPr lang="en-US" sz="3600" dirty="0"/>
              <a:t>Week 3</a:t>
            </a:r>
          </a:p>
        </p:txBody>
      </p:sp>
      <p:sp>
        <p:nvSpPr>
          <p:cNvPr id="6" name="Textplatzhalter 6">
            <a:extLst>
              <a:ext uri="{FF2B5EF4-FFF2-40B4-BE49-F238E27FC236}">
                <a16:creationId xmlns:a16="http://schemas.microsoft.com/office/drawing/2014/main" id="{16CCFA23-AA95-4E6B-B76C-8350E7A6D135}"/>
              </a:ext>
            </a:extLst>
          </p:cNvPr>
          <p:cNvSpPr>
            <a:spLocks noGrp="1"/>
          </p:cNvSpPr>
          <p:nvPr>
            <p:ph type="body" sz="quarter" idx="13"/>
          </p:nvPr>
        </p:nvSpPr>
        <p:spPr>
          <a:xfrm>
            <a:off x="450000" y="2953655"/>
            <a:ext cx="10636251" cy="369332"/>
          </a:xfrm>
        </p:spPr>
        <p:txBody>
          <a:bodyPr/>
          <a:lstStyle/>
          <a:p>
            <a:pPr algn="ctr"/>
            <a:r>
              <a:rPr lang="en-US" dirty="0"/>
              <a:t>Intermediate Modeling</a:t>
            </a:r>
            <a:endParaRPr lang="de-DE" sz="2400" dirty="0"/>
          </a:p>
        </p:txBody>
      </p:sp>
    </p:spTree>
    <p:extLst>
      <p:ext uri="{BB962C8B-B14F-4D97-AF65-F5344CB8AC3E}">
        <p14:creationId xmlns:p14="http://schemas.microsoft.com/office/powerpoint/2010/main" val="3392167544"/>
      </p:ext>
    </p:extLst>
  </p:cSld>
  <p:clrMapOvr>
    <a:masterClrMapping/>
  </p:clrMapOvr>
</p:sld>
</file>

<file path=ppt/slides/slide2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7" name="Titel 6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dirty="0"/>
              <a:t>Agenda</a:t>
            </a:r>
          </a:p>
        </p:txBody>
      </p:sp>
      <p:sp>
        <p:nvSpPr>
          <p:cNvPr id="8" name="Textplatzhalter 7"/>
          <p:cNvSpPr>
            <a:spLocks noGrp="1"/>
          </p:cNvSpPr>
          <p:nvPr>
            <p:ph type="body" sz="quarter" idx="12"/>
          </p:nvPr>
        </p:nvSpPr>
        <p:spPr>
          <a:xfrm>
            <a:off x="449263" y="1881188"/>
            <a:ext cx="4656137" cy="4429125"/>
          </a:xfrm>
        </p:spPr>
        <p:txBody>
          <a:bodyPr>
            <a:noAutofit/>
          </a:bodyPr>
          <a:lstStyle/>
          <a:p>
            <a:r>
              <a:rPr lang="en-US" sz="1600" dirty="0"/>
              <a:t>Review of Week 1 and Week 2</a:t>
            </a:r>
          </a:p>
          <a:p>
            <a:r>
              <a:rPr lang="en-US" sz="1600" dirty="0"/>
              <a:t>Shape Generators</a:t>
            </a:r>
          </a:p>
          <a:p>
            <a:r>
              <a:rPr lang="en-US" sz="1600" dirty="0"/>
              <a:t>Importing SVG Files</a:t>
            </a:r>
          </a:p>
          <a:p>
            <a:r>
              <a:rPr lang="en-US" sz="1600" dirty="0"/>
              <a:t>Complex Geometry</a:t>
            </a:r>
          </a:p>
          <a:p>
            <a:r>
              <a:rPr lang="en-US" sz="1600" dirty="0"/>
              <a:t>Functional Design concepts</a:t>
            </a:r>
          </a:p>
          <a:p>
            <a:r>
              <a:rPr lang="en-US" sz="1600" dirty="0"/>
              <a:t>Project: Toy car</a:t>
            </a:r>
          </a:p>
          <a:p>
            <a:r>
              <a:rPr lang="en-US" sz="1600" dirty="0"/>
              <a:t>Assignment (Optional)</a:t>
            </a:r>
          </a:p>
          <a:p>
            <a:endParaRPr lang="en-US" sz="1600" dirty="0"/>
          </a:p>
        </p:txBody>
      </p:sp>
    </p:spTree>
    <p:extLst>
      <p:ext uri="{BB962C8B-B14F-4D97-AF65-F5344CB8AC3E}">
        <p14:creationId xmlns:p14="http://schemas.microsoft.com/office/powerpoint/2010/main" val="627123641"/>
      </p:ext>
    </p:extLst>
  </p:cSld>
  <p:clrMapOvr>
    <a:masterClrMapping/>
  </p:clrMapOvr>
</p:sld>
</file>

<file path=ppt/slides/slide3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F3B95674-5249-EE34-C7EC-F21C0B5A67E1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dirty="0"/>
              <a:t>Review of Week 1 and Week 2</a:t>
            </a:r>
          </a:p>
        </p:txBody>
      </p:sp>
      <p:sp>
        <p:nvSpPr>
          <p:cNvPr id="3" name="Text Placeholder 2">
            <a:extLst>
              <a:ext uri="{FF2B5EF4-FFF2-40B4-BE49-F238E27FC236}">
                <a16:creationId xmlns:a16="http://schemas.microsoft.com/office/drawing/2014/main" id="{3FBA8540-800A-921E-F5D4-9F89906733E9}"/>
              </a:ext>
            </a:extLst>
          </p:cNvPr>
          <p:cNvSpPr>
            <a:spLocks noGrp="1"/>
          </p:cNvSpPr>
          <p:nvPr>
            <p:ph type="body" sz="quarter" idx="12"/>
          </p:nvPr>
        </p:nvSpPr>
        <p:spPr/>
        <p:txBody>
          <a:bodyPr/>
          <a:lstStyle/>
          <a:p>
            <a:r>
              <a:rPr lang="en-US" dirty="0"/>
              <a:t>Navigation</a:t>
            </a:r>
          </a:p>
          <a:p>
            <a:r>
              <a:rPr lang="en-US" dirty="0"/>
              <a:t>Grouping</a:t>
            </a:r>
          </a:p>
          <a:p>
            <a:r>
              <a:rPr lang="en-US" dirty="0"/>
              <a:t>Alignment</a:t>
            </a:r>
          </a:p>
          <a:p>
            <a:r>
              <a:rPr lang="en-US" dirty="0"/>
              <a:t>Precision tools</a:t>
            </a:r>
          </a:p>
          <a:p>
            <a:pPr marL="0" indent="0">
              <a:buNone/>
            </a:pPr>
            <a:endParaRPr lang="en-US" dirty="0"/>
          </a:p>
        </p:txBody>
      </p:sp>
    </p:spTree>
    <p:extLst>
      <p:ext uri="{BB962C8B-B14F-4D97-AF65-F5344CB8AC3E}">
        <p14:creationId xmlns:p14="http://schemas.microsoft.com/office/powerpoint/2010/main" val="3506004738"/>
      </p:ext>
    </p:extLst>
  </p:cSld>
  <p:clrMapOvr>
    <a:masterClrMapping/>
  </p:clrMapOvr>
</p:sld>
</file>

<file path=ppt/slides/slide4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3A2701A1-6DBB-DA33-5835-09CA0EB64BCC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dirty="0"/>
              <a:t>Shape Generators</a:t>
            </a:r>
          </a:p>
        </p:txBody>
      </p:sp>
      <p:sp>
        <p:nvSpPr>
          <p:cNvPr id="3" name="Text Placeholder 2">
            <a:extLst>
              <a:ext uri="{FF2B5EF4-FFF2-40B4-BE49-F238E27FC236}">
                <a16:creationId xmlns:a16="http://schemas.microsoft.com/office/drawing/2014/main" id="{7433A0B2-80EC-B385-E5FE-A123B395F83D}"/>
              </a:ext>
            </a:extLst>
          </p:cNvPr>
          <p:cNvSpPr>
            <a:spLocks noGrp="1"/>
          </p:cNvSpPr>
          <p:nvPr>
            <p:ph type="body" sz="quarter" idx="12"/>
          </p:nvPr>
        </p:nvSpPr>
        <p:spPr/>
        <p:txBody>
          <a:bodyPr/>
          <a:lstStyle/>
          <a:p>
            <a:r>
              <a:rPr lang="en-US" dirty="0"/>
              <a:t>Parametric shapes</a:t>
            </a:r>
          </a:p>
          <a:p>
            <a:r>
              <a:rPr lang="en-US" dirty="0"/>
              <a:t>Gears, threads, curved forms</a:t>
            </a:r>
          </a:p>
        </p:txBody>
      </p:sp>
    </p:spTree>
    <p:extLst>
      <p:ext uri="{BB962C8B-B14F-4D97-AF65-F5344CB8AC3E}">
        <p14:creationId xmlns:p14="http://schemas.microsoft.com/office/powerpoint/2010/main" val="2407507476"/>
      </p:ext>
    </p:extLst>
  </p:cSld>
  <p:clrMapOvr>
    <a:masterClrMapping/>
  </p:clrMapOvr>
</p:sld>
</file>

<file path=ppt/slides/slide5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1EBBDEEB-FAA8-45FF-1AE7-F7688F89C273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B71E6205-8855-8D5A-8623-8D207CED25C1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dirty="0"/>
              <a:t>Importing SVG Files</a:t>
            </a:r>
          </a:p>
        </p:txBody>
      </p:sp>
      <p:sp>
        <p:nvSpPr>
          <p:cNvPr id="3" name="Text Placeholder 2">
            <a:extLst>
              <a:ext uri="{FF2B5EF4-FFF2-40B4-BE49-F238E27FC236}">
                <a16:creationId xmlns:a16="http://schemas.microsoft.com/office/drawing/2014/main" id="{AF84095F-56C7-620A-AA69-F17461584197}"/>
              </a:ext>
            </a:extLst>
          </p:cNvPr>
          <p:cNvSpPr>
            <a:spLocks noGrp="1"/>
          </p:cNvSpPr>
          <p:nvPr>
            <p:ph type="body" sz="quarter" idx="12"/>
          </p:nvPr>
        </p:nvSpPr>
        <p:spPr/>
        <p:txBody>
          <a:bodyPr/>
          <a:lstStyle/>
          <a:p>
            <a:r>
              <a:rPr lang="en-US" dirty="0"/>
              <a:t>Convert 2D shapes to 3D</a:t>
            </a:r>
          </a:p>
          <a:p>
            <a:r>
              <a:rPr lang="en-US" dirty="0"/>
              <a:t>Logos, silhouettes</a:t>
            </a:r>
          </a:p>
        </p:txBody>
      </p:sp>
    </p:spTree>
    <p:extLst>
      <p:ext uri="{BB962C8B-B14F-4D97-AF65-F5344CB8AC3E}">
        <p14:creationId xmlns:p14="http://schemas.microsoft.com/office/powerpoint/2010/main" val="2753494807"/>
      </p:ext>
    </p:extLst>
  </p:cSld>
  <p:clrMapOvr>
    <a:masterClrMapping/>
  </p:clrMapOvr>
</p:sld>
</file>

<file path=ppt/slides/slide6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1A80FA07-DF11-C0FF-A599-003D262E20DD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dirty="0"/>
              <a:t>Complex Geometry</a:t>
            </a:r>
          </a:p>
        </p:txBody>
      </p:sp>
      <p:sp>
        <p:nvSpPr>
          <p:cNvPr id="3" name="Text Placeholder 2">
            <a:extLst>
              <a:ext uri="{FF2B5EF4-FFF2-40B4-BE49-F238E27FC236}">
                <a16:creationId xmlns:a16="http://schemas.microsoft.com/office/drawing/2014/main" id="{A368B02A-B6F3-BDE6-01C7-79FA09F4DEC1}"/>
              </a:ext>
            </a:extLst>
          </p:cNvPr>
          <p:cNvSpPr>
            <a:spLocks noGrp="1"/>
          </p:cNvSpPr>
          <p:nvPr>
            <p:ph type="body" sz="quarter" idx="12"/>
          </p:nvPr>
        </p:nvSpPr>
        <p:spPr/>
        <p:txBody>
          <a:bodyPr/>
          <a:lstStyle/>
          <a:p>
            <a:r>
              <a:rPr lang="en-US" dirty="0"/>
              <a:t>Stacking + merging shapes</a:t>
            </a:r>
          </a:p>
          <a:p>
            <a:r>
              <a:rPr lang="en-US" dirty="0"/>
              <a:t>Organic forms</a:t>
            </a:r>
          </a:p>
        </p:txBody>
      </p:sp>
    </p:spTree>
    <p:extLst>
      <p:ext uri="{BB962C8B-B14F-4D97-AF65-F5344CB8AC3E}">
        <p14:creationId xmlns:p14="http://schemas.microsoft.com/office/powerpoint/2010/main" val="3564082956"/>
      </p:ext>
    </p:extLst>
  </p:cSld>
  <p:clrMapOvr>
    <a:masterClrMapping/>
  </p:clrMapOvr>
</p:sld>
</file>

<file path=ppt/slides/slide7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17341C73-3337-DB0A-0BF4-6B98FA215C7C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dirty="0"/>
              <a:t>Functional Design Concepts</a:t>
            </a:r>
          </a:p>
        </p:txBody>
      </p:sp>
      <p:sp>
        <p:nvSpPr>
          <p:cNvPr id="3" name="Text Placeholder 2">
            <a:extLst>
              <a:ext uri="{FF2B5EF4-FFF2-40B4-BE49-F238E27FC236}">
                <a16:creationId xmlns:a16="http://schemas.microsoft.com/office/drawing/2014/main" id="{D874CF47-D442-AE61-7734-2F4588EB7FFF}"/>
              </a:ext>
            </a:extLst>
          </p:cNvPr>
          <p:cNvSpPr>
            <a:spLocks noGrp="1"/>
          </p:cNvSpPr>
          <p:nvPr>
            <p:ph type="body" sz="quarter" idx="12"/>
          </p:nvPr>
        </p:nvSpPr>
        <p:spPr/>
        <p:txBody>
          <a:bodyPr/>
          <a:lstStyle/>
          <a:p>
            <a:r>
              <a:rPr lang="en-US" dirty="0"/>
              <a:t>Moving parts</a:t>
            </a:r>
          </a:p>
          <a:p>
            <a:r>
              <a:rPr lang="en-US" dirty="0"/>
              <a:t>Snap fits</a:t>
            </a:r>
          </a:p>
          <a:p>
            <a:r>
              <a:rPr lang="en-US" dirty="0"/>
              <a:t>Clearances</a:t>
            </a:r>
          </a:p>
        </p:txBody>
      </p:sp>
    </p:spTree>
    <p:extLst>
      <p:ext uri="{BB962C8B-B14F-4D97-AF65-F5344CB8AC3E}">
        <p14:creationId xmlns:p14="http://schemas.microsoft.com/office/powerpoint/2010/main" val="57079908"/>
      </p:ext>
    </p:extLst>
  </p:cSld>
  <p:clrMapOvr>
    <a:masterClrMapping/>
  </p:clrMapOvr>
</p:sld>
</file>

<file path=ppt/slides/slide8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0012F583-EA53-AFD5-CAF4-1175E6AF396F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9FA3CB66-6C0F-1EB3-A4EC-9B7DF79CE149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dirty="0"/>
              <a:t>Project (Toy car)</a:t>
            </a:r>
          </a:p>
        </p:txBody>
      </p:sp>
      <p:sp>
        <p:nvSpPr>
          <p:cNvPr id="3" name="Text Placeholder 2">
            <a:extLst>
              <a:ext uri="{FF2B5EF4-FFF2-40B4-BE49-F238E27FC236}">
                <a16:creationId xmlns:a16="http://schemas.microsoft.com/office/drawing/2014/main" id="{ADC5C77C-C869-9157-0903-A54C56FABC61}"/>
              </a:ext>
            </a:extLst>
          </p:cNvPr>
          <p:cNvSpPr>
            <a:spLocks noGrp="1"/>
          </p:cNvSpPr>
          <p:nvPr>
            <p:ph type="body" sz="quarter" idx="12"/>
          </p:nvPr>
        </p:nvSpPr>
        <p:spPr/>
        <p:txBody>
          <a:bodyPr/>
          <a:lstStyle/>
          <a:p>
            <a:r>
              <a:rPr lang="en-US" dirty="0"/>
              <a:t>Body</a:t>
            </a:r>
          </a:p>
          <a:p>
            <a:r>
              <a:rPr lang="en-US" dirty="0"/>
              <a:t>Wheels</a:t>
            </a:r>
          </a:p>
          <a:p>
            <a:r>
              <a:rPr lang="en-US" dirty="0"/>
              <a:t>Axles</a:t>
            </a:r>
          </a:p>
          <a:p>
            <a:r>
              <a:rPr lang="en-US" dirty="0"/>
              <a:t>Assembly</a:t>
            </a:r>
          </a:p>
        </p:txBody>
      </p:sp>
    </p:spTree>
    <p:extLst>
      <p:ext uri="{BB962C8B-B14F-4D97-AF65-F5344CB8AC3E}">
        <p14:creationId xmlns:p14="http://schemas.microsoft.com/office/powerpoint/2010/main" val="3938793241"/>
      </p:ext>
    </p:extLst>
  </p:cSld>
  <p:clrMapOvr>
    <a:masterClrMapping/>
  </p:clrMapOvr>
</p:sld>
</file>

<file path=ppt/slides/slide9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96B587D5-1439-7D1C-64F9-E77AE072D259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dirty="0"/>
              <a:t>Assignment</a:t>
            </a:r>
          </a:p>
        </p:txBody>
      </p:sp>
      <p:sp>
        <p:nvSpPr>
          <p:cNvPr id="3" name="Text Placeholder 2">
            <a:extLst>
              <a:ext uri="{FF2B5EF4-FFF2-40B4-BE49-F238E27FC236}">
                <a16:creationId xmlns:a16="http://schemas.microsoft.com/office/drawing/2014/main" id="{682BD902-DA73-EBE2-0B56-B64D1EA79C81}"/>
              </a:ext>
            </a:extLst>
          </p:cNvPr>
          <p:cNvSpPr>
            <a:spLocks noGrp="1"/>
          </p:cNvSpPr>
          <p:nvPr>
            <p:ph type="body" sz="quarter" idx="12"/>
          </p:nvPr>
        </p:nvSpPr>
        <p:spPr/>
        <p:txBody>
          <a:bodyPr/>
          <a:lstStyle/>
          <a:p>
            <a:r>
              <a:rPr lang="en-US" dirty="0"/>
              <a:t>Create a 4-part assembly:</a:t>
            </a:r>
          </a:p>
          <a:p>
            <a:r>
              <a:rPr lang="en-US" dirty="0"/>
              <a:t>Windmill, robot, gear toy, vehicle</a:t>
            </a:r>
          </a:p>
        </p:txBody>
      </p:sp>
    </p:spTree>
    <p:extLst>
      <p:ext uri="{BB962C8B-B14F-4D97-AF65-F5344CB8AC3E}">
        <p14:creationId xmlns:p14="http://schemas.microsoft.com/office/powerpoint/2010/main" val="2986263232"/>
      </p:ext>
    </p:extLst>
  </p:cSld>
  <p:clrMapOvr>
    <a:masterClrMapping/>
  </p:clrMapOvr>
</p:sld>
</file>

<file path=ppt/slides/slide10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D7187AFF-EFB0-1260-A966-81CFDC163E54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/>
              <a:t>References</a:t>
            </a:r>
          </a:p>
        </p:txBody>
      </p:sp>
      <p:sp>
        <p:nvSpPr>
          <p:cNvPr id="3" name="Text Placeholder 2">
            <a:extLst>
              <a:ext uri="{FF2B5EF4-FFF2-40B4-BE49-F238E27FC236}">
                <a16:creationId xmlns:a16="http://schemas.microsoft.com/office/drawing/2014/main" id="{D00DE28D-699D-BA81-CCC7-F3223D45D66B}"/>
              </a:ext>
            </a:extLst>
          </p:cNvPr>
          <p:cNvSpPr>
            <a:spLocks noGrp="1"/>
          </p:cNvSpPr>
          <p:nvPr>
            <p:ph type="body" sz="quarter" idx="12"/>
          </p:nvPr>
        </p:nvSpPr>
        <p:spPr/>
        <p:txBody>
          <a:bodyPr>
            <a:normAutofit/>
          </a:bodyPr>
          <a:lstStyle/>
          <a:p>
            <a:pPr marL="444500" lvl="1" indent="-266700" defTabSz="914400" eaLnBrk="0" fontAlgn="base" hangingPunct="0">
              <a:lnSpc>
                <a:spcPct val="120000"/>
              </a:lnSpc>
              <a:spcBef>
                <a:spcPts val="300"/>
              </a:spcBef>
              <a:spcAft>
                <a:spcPts val="600"/>
              </a:spcAft>
              <a:buFont typeface="Calibri" pitchFamily="34" charset="0"/>
              <a:buChar char="•"/>
              <a:defRPr/>
            </a:pPr>
            <a:r>
              <a:rPr lang="en-US" sz="1600" dirty="0">
                <a:hlinkClick r:id="rId3"/>
              </a:rPr>
              <a:t>File:Logo-tinkercad-wordmark.svg - Wikimedia Commons</a:t>
            </a:r>
            <a:endParaRPr lang="en-US" sz="1600" dirty="0"/>
          </a:p>
          <a:p>
            <a:pPr marL="444500" lvl="1" indent="-266700" defTabSz="914400" eaLnBrk="0" fontAlgn="base" hangingPunct="0">
              <a:lnSpc>
                <a:spcPct val="120000"/>
              </a:lnSpc>
              <a:spcBef>
                <a:spcPts val="300"/>
              </a:spcBef>
              <a:spcAft>
                <a:spcPts val="600"/>
              </a:spcAft>
              <a:buFont typeface="Calibri" pitchFamily="34" charset="0"/>
              <a:buChar char="•"/>
              <a:defRPr/>
            </a:pPr>
            <a:r>
              <a:rPr lang="en-US" sz="1600" dirty="0" err="1">
                <a:hlinkClick r:id="rId4"/>
              </a:rPr>
              <a:t>Tinkercad</a:t>
            </a:r>
            <a:r>
              <a:rPr lang="en-US" sz="1600" dirty="0">
                <a:hlinkClick r:id="rId4"/>
              </a:rPr>
              <a:t> - Wikipedia</a:t>
            </a:r>
            <a:endParaRPr lang="en-US" sz="1600" dirty="0">
              <a:solidFill>
                <a:srgbClr val="53585D"/>
              </a:solidFill>
            </a:endParaRPr>
          </a:p>
        </p:txBody>
      </p:sp>
    </p:spTree>
    <p:extLst>
      <p:ext uri="{BB962C8B-B14F-4D97-AF65-F5344CB8AC3E}">
        <p14:creationId xmlns:p14="http://schemas.microsoft.com/office/powerpoint/2010/main" val="4252604992"/>
      </p:ext>
    </p:extLst>
  </p:cSld>
  <p:clrMapOvr>
    <a:masterClrMapping/>
  </p:clrMapOvr>
</p:sld>
</file>

<file path=ppt/slides/slide11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5" name="TextBox 4">
            <a:extLst>
              <a:ext uri="{FF2B5EF4-FFF2-40B4-BE49-F238E27FC236}">
                <a16:creationId xmlns:a16="http://schemas.microsoft.com/office/drawing/2014/main" id="{09316A0E-6D62-A034-F20C-5F0D0D99AB25}"/>
              </a:ext>
            </a:extLst>
          </p:cNvPr>
          <p:cNvSpPr txBox="1"/>
          <p:nvPr/>
        </p:nvSpPr>
        <p:spPr>
          <a:xfrm>
            <a:off x="2973198" y="1997839"/>
            <a:ext cx="6245604" cy="286232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lang="en-US" sz="6000" i="1">
                <a:solidFill>
                  <a:srgbClr val="53585D"/>
                </a:solidFill>
                <a:latin typeface="Gabriola" panose="04040605051002020D02" pitchFamily="82" charset="0"/>
                <a:cs typeface="Calibri" panose="020F0502020204030204" pitchFamily="34" charset="0"/>
              </a:rPr>
              <a:t>Thank You </a:t>
            </a:r>
          </a:p>
          <a:p>
            <a:pPr algn="ctr"/>
            <a:endParaRPr lang="en-US" sz="6000" i="1">
              <a:solidFill>
                <a:srgbClr val="53585D"/>
              </a:solidFill>
              <a:latin typeface="Gabriola" panose="04040605051002020D02" pitchFamily="82" charset="0"/>
              <a:cs typeface="Calibri" panose="020F0502020204030204" pitchFamily="34" charset="0"/>
            </a:endParaRPr>
          </a:p>
          <a:p>
            <a:pPr algn="ctr"/>
            <a:r>
              <a:rPr lang="en-US" sz="6000" i="1">
                <a:solidFill>
                  <a:srgbClr val="53585D"/>
                </a:solidFill>
                <a:latin typeface="Gabriola" panose="04040605051002020D02" pitchFamily="82" charset="0"/>
                <a:cs typeface="Calibri" panose="020F0502020204030204" pitchFamily="34" charset="0"/>
              </a:rPr>
              <a:t>Q/A</a:t>
            </a:r>
          </a:p>
        </p:txBody>
      </p:sp>
    </p:spTree>
    <p:extLst>
      <p:ext uri="{BB962C8B-B14F-4D97-AF65-F5344CB8AC3E}">
        <p14:creationId xmlns:p14="http://schemas.microsoft.com/office/powerpoint/2010/main" val="2186619959"/>
      </p:ext>
    </p:extLst>
  </p:cSld>
  <p:clrMapOvr>
    <a:masterClrMapping/>
  </p:clrMapOvr>
</p:sld>
</file>

<file path=ppt/tags/tag1.xml><?xml version="1.0" encoding="utf-8"?>
<p:tagLst xmlns:a="http://schemas.openxmlformats.org/drawingml/2006/main" xmlns:r="http://schemas.openxmlformats.org/officeDocument/2006/relationships" xmlns:p="http://schemas.openxmlformats.org/presentationml/2006/main">
  <p:tag name="MEKKOFORMATS" val="&lt;?xml version=&quot;1.0&quot; encoding=&quot;utf-8&quot;?&gt;&lt;MekkoFormats&gt;&lt;NumberFormat DecimalSeparator=&quot;,&quot; ThousandSeparator=&quot;.&quot; NegativeNumberFormat=&quot;1&quot; /&gt;&lt;/MekkoFormats&gt;"/>
  <p:tag name="THINKCELLUNDODONOTDELETE" val="0"/>
</p:tagLst>
</file>

<file path=ppt/tags/tag2.xml><?xml version="1.0" encoding="utf-8"?>
<p:tagLst xmlns:a="http://schemas.openxmlformats.org/drawingml/2006/main" xmlns:r="http://schemas.openxmlformats.org/officeDocument/2006/relationships" xmlns:p="http://schemas.openxmlformats.org/presentationml/2006/main">
  <p:tag name="THINKCELLSHAPEDONOTDELETE" val="thinkcellActiveDocDoNotDelete"/>
</p:tagLst>
</file>

<file path=ppt/tags/tag3.xml><?xml version="1.0" encoding="utf-8"?>
<p:tagLst xmlns:a="http://schemas.openxmlformats.org/drawingml/2006/main" xmlns:r="http://schemas.openxmlformats.org/officeDocument/2006/relationships" xmlns:p="http://schemas.openxmlformats.org/presentationml/2006/main">
  <p:tag name="BAINBULLETSACTIVATED" val="False"/>
</p:tagLst>
</file>

<file path=ppt/tags/tag4.xml><?xml version="1.0" encoding="utf-8"?>
<p:tagLst xmlns:a="http://schemas.openxmlformats.org/drawingml/2006/main" xmlns:r="http://schemas.openxmlformats.org/officeDocument/2006/relationships" xmlns:p="http://schemas.openxmlformats.org/presentationml/2006/main">
  <p:tag name="BAINBULLETSACTIVATED" val="False"/>
</p:tagLst>
</file>

<file path=ppt/tags/tag5.xml><?xml version="1.0" encoding="utf-8"?>
<p:tagLst xmlns:a="http://schemas.openxmlformats.org/drawingml/2006/main" xmlns:r="http://schemas.openxmlformats.org/officeDocument/2006/relationships" xmlns:p="http://schemas.openxmlformats.org/presentationml/2006/main">
  <p:tag name="BAINBULLETSACTIVATED" val="False"/>
</p:tagLst>
</file>

<file path=ppt/tags/tag6.xml><?xml version="1.0" encoding="utf-8"?>
<p:tagLst xmlns:a="http://schemas.openxmlformats.org/drawingml/2006/main" xmlns:r="http://schemas.openxmlformats.org/officeDocument/2006/relationships" xmlns:p="http://schemas.openxmlformats.org/presentationml/2006/main">
  <p:tag name="THINKCELLSHAPEDONOTDELETE" val="thinkcellActiveDocDoNotDelete"/>
</p:tagLst>
</file>

<file path=ppt/tags/tag7.xml><?xml version="1.0" encoding="utf-8"?>
<p:tagLst xmlns:a="http://schemas.openxmlformats.org/drawingml/2006/main" xmlns:r="http://schemas.openxmlformats.org/officeDocument/2006/relationships" xmlns:p="http://schemas.openxmlformats.org/presentationml/2006/main">
  <p:tag name="THINKCELLSHAPEDONOTDELETE" val="thinkcellActiveDocDoNotDelete"/>
</p:tagLst>
</file>

<file path=ppt/tags/tag8.xml><?xml version="1.0" encoding="utf-8"?>
<p:tagLst xmlns:a="http://schemas.openxmlformats.org/drawingml/2006/main" xmlns:r="http://schemas.openxmlformats.org/officeDocument/2006/relationships" xmlns:p="http://schemas.openxmlformats.org/presentationml/2006/main">
  <p:tag name="THINKCELLSHAPEDONOTDELETE" val="thinkcellActiveDocDoNotDelete"/>
</p:tagLst>
</file>

<file path=ppt/tags/tag9.xml><?xml version="1.0" encoding="utf-8"?>
<p:tagLst xmlns:a="http://schemas.openxmlformats.org/drawingml/2006/main" xmlns:r="http://schemas.openxmlformats.org/officeDocument/2006/relationships" xmlns:p="http://schemas.openxmlformats.org/presentationml/2006/main">
  <p:tag name="THINKCELLSHAPEDONOTDELETE" val="thinkcellActiveDocDoNotDelete"/>
</p:tagLst>
</file>

<file path=ppt/tags/tag10.xml><?xml version="1.0" encoding="utf-8"?>
<p:tagLst xmlns:a="http://schemas.openxmlformats.org/drawingml/2006/main" xmlns:r="http://schemas.openxmlformats.org/officeDocument/2006/relationships" xmlns:p="http://schemas.openxmlformats.org/presentationml/2006/main">
  <p:tag name="THINKCELLSHAPEDONOTDELETE" val="thinkcellActiveDocDoNotDelete"/>
</p:tagLst>
</file>

<file path=ppt/tags/tag11.xml><?xml version="1.0" encoding="utf-8"?>
<p:tagLst xmlns:a="http://schemas.openxmlformats.org/drawingml/2006/main" xmlns:r="http://schemas.openxmlformats.org/officeDocument/2006/relationships" xmlns:p="http://schemas.openxmlformats.org/presentationml/2006/main">
  <p:tag name="THINKCELLSHAPEDONOTDELETE" val="thinkcellActiveDocDoNotDelete"/>
</p:tagLst>
</file>

<file path=ppt/tags/tag12.xml><?xml version="1.0" encoding="utf-8"?>
<p:tagLst xmlns:a="http://schemas.openxmlformats.org/drawingml/2006/main" xmlns:r="http://schemas.openxmlformats.org/officeDocument/2006/relationships" xmlns:p="http://schemas.openxmlformats.org/presentationml/2006/main">
  <p:tag name="THINKCELLSHAPEDONOTDELETE" val="thinkcellActiveDocDoNotDelete"/>
</p:tagLst>
</file>

<file path=ppt/tags/tag13.xml><?xml version="1.0" encoding="utf-8"?>
<p:tagLst xmlns:a="http://schemas.openxmlformats.org/drawingml/2006/main" xmlns:r="http://schemas.openxmlformats.org/officeDocument/2006/relationships" xmlns:p="http://schemas.openxmlformats.org/presentationml/2006/main">
  <p:tag name="THINKCELLSHAPEDONOTDELETE" val="thinkcellActiveDocDoNotDelete"/>
</p:tagLst>
</file>

<file path=ppt/tags/tag14.xml><?xml version="1.0" encoding="utf-8"?>
<p:tagLst xmlns:a="http://schemas.openxmlformats.org/drawingml/2006/main" xmlns:r="http://schemas.openxmlformats.org/officeDocument/2006/relationships" xmlns:p="http://schemas.openxmlformats.org/presentationml/2006/main">
  <p:tag name="THINKCELLSHAPEDONOTDELETE" val="thinkcellActiveDocDoNotDelete"/>
</p:tagLst>
</file>

<file path=ppt/theme/theme1.xml><?xml version="1.0" encoding="utf-8"?>
<a:theme xmlns:a="http://schemas.openxmlformats.org/drawingml/2006/main" name="Folienmaster">
  <a:themeElements>
    <a:clrScheme name="KUKA-Designfarben">
      <a:dk1>
        <a:srgbClr val="53585D"/>
      </a:dk1>
      <a:lt1>
        <a:sysClr val="window" lastClr="FFFFFF"/>
      </a:lt1>
      <a:dk2>
        <a:srgbClr val="ABB0B4"/>
      </a:dk2>
      <a:lt2>
        <a:srgbClr val="F2F2F2"/>
      </a:lt2>
      <a:accent1>
        <a:srgbClr val="A4A7AA"/>
      </a:accent1>
      <a:accent2>
        <a:srgbClr val="2B5885"/>
      </a:accent2>
      <a:accent3>
        <a:srgbClr val="2B3035"/>
      </a:accent3>
      <a:accent4>
        <a:srgbClr val="676C71"/>
      </a:accent4>
      <a:accent5>
        <a:srgbClr val="B8D0E8"/>
      </a:accent5>
      <a:accent6>
        <a:srgbClr val="FF5800"/>
      </a:accent6>
      <a:hlink>
        <a:srgbClr val="737B82"/>
      </a:hlink>
      <a:folHlink>
        <a:srgbClr val="E4E5E6"/>
      </a:folHlink>
    </a:clrScheme>
    <a:fontScheme name="KUKA">
      <a:majorFont>
        <a:latin typeface="Calibri"/>
        <a:ea typeface=""/>
        <a:cs typeface=""/>
      </a:majorFont>
      <a:minorFont>
        <a:latin typeface="Calibri"/>
        <a:ea typeface=""/>
        <a:cs typeface="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tint val="50000"/>
                <a:satMod val="300000"/>
              </a:schemeClr>
            </a:gs>
            <a:gs pos="35000">
              <a:schemeClr val="phClr">
                <a:tint val="37000"/>
                <a:satMod val="300000"/>
              </a:schemeClr>
            </a:gs>
            <a:gs pos="100000">
              <a:schemeClr val="phClr">
                <a:tint val="15000"/>
                <a:satMod val="350000"/>
              </a:schemeClr>
            </a:gs>
          </a:gsLst>
          <a:lin ang="16200000" scaled="1"/>
        </a:gradFill>
        <a:gradFill rotWithShape="1">
          <a:gsLst>
            <a:gs pos="0">
              <a:schemeClr val="phClr">
                <a:tint val="100000"/>
                <a:shade val="100000"/>
                <a:satMod val="130000"/>
              </a:schemeClr>
            </a:gs>
            <a:gs pos="100000">
              <a:schemeClr val="phClr">
                <a:tint val="50000"/>
                <a:shade val="100000"/>
                <a:satMod val="350000"/>
              </a:schemeClr>
            </a:gs>
          </a:gsLst>
          <a:lin ang="16200000" scaled="0"/>
        </a:gradFill>
      </a:fillStyleLst>
      <a:lnStyleLst>
        <a:ln w="9525" cap="flat" cmpd="sng" algn="ctr">
          <a:solidFill>
            <a:schemeClr val="phClr">
              <a:shade val="95000"/>
              <a:satMod val="105000"/>
            </a:schemeClr>
          </a:solidFill>
          <a:prstDash val="solid"/>
        </a:ln>
        <a:ln w="25400" cap="flat" cmpd="sng" algn="ctr">
          <a:solidFill>
            <a:schemeClr val="phClr"/>
          </a:solidFill>
          <a:prstDash val="solid"/>
        </a:ln>
        <a:ln w="38100" cap="flat" cmpd="sng" algn="ctr">
          <a:solidFill>
            <a:schemeClr val="phClr"/>
          </a:solidFill>
          <a:prstDash val="solid"/>
        </a:ln>
      </a:lnStyleLst>
      <a:effectStyleLst>
        <a:effectStyle>
          <a:effectLst>
            <a:outerShdw blurRad="40000" dist="20000" dir="5400000" rotWithShape="0">
              <a:srgbClr val="000000">
                <a:alpha val="38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  <a:scene3d>
            <a:camera prst="orthographicFront">
              <a:rot lat="0" lon="0" rev="0"/>
            </a:camera>
            <a:lightRig rig="threePt" dir="t">
              <a:rot lat="0" lon="0" rev="1200000"/>
            </a:lightRig>
          </a:scene3d>
          <a:sp3d>
            <a:bevelT w="63500" h="25400"/>
          </a:sp3d>
        </a:effectStyle>
      </a:effectStyleLst>
      <a:bgFillStyleLst>
        <a:solidFill>
          <a:schemeClr val="phClr"/>
        </a:solidFill>
        <a:gradFill rotWithShape="1">
          <a:gsLst>
            <a:gs pos="0">
              <a:schemeClr val="phClr">
                <a:tint val="40000"/>
                <a:satMod val="350000"/>
              </a:schemeClr>
            </a:gs>
            <a:gs pos="40000">
              <a:schemeClr val="phClr">
                <a:tint val="45000"/>
                <a:shade val="99000"/>
                <a:satMod val="350000"/>
              </a:schemeClr>
            </a:gs>
            <a:gs pos="100000">
              <a:schemeClr val="phClr">
                <a:shade val="20000"/>
                <a:satMod val="255000"/>
              </a:schemeClr>
            </a:gs>
          </a:gsLst>
          <a:path path="circle">
            <a:fillToRect l="50000" t="-80000" r="50000" b="180000"/>
          </a:path>
        </a:gradFill>
        <a:gradFill rotWithShape="1">
          <a:gsLst>
            <a:gs pos="0">
              <a:schemeClr val="phClr">
                <a:tint val="80000"/>
                <a:satMod val="300000"/>
              </a:schemeClr>
            </a:gs>
            <a:gs pos="100000">
              <a:schemeClr val="phClr">
                <a:shade val="30000"/>
                <a:satMod val="200000"/>
              </a:schemeClr>
            </a:gs>
          </a:gsLst>
          <a:path path="circle">
            <a:fillToRect l="50000" t="50000" r="50000" b="50000"/>
          </a:path>
        </a:gradFill>
      </a:bgFillStyleLst>
    </a:fmtScheme>
  </a:themeElements>
  <a:objectDefaults>
    <a:spDef>
      <a:spPr>
        <a:gradFill flip="none" rotWithShape="1">
          <a:gsLst>
            <a:gs pos="0">
              <a:srgbClr val="FF5800"/>
            </a:gs>
            <a:gs pos="100000">
              <a:srgbClr val="FF4100"/>
            </a:gs>
          </a:gsLst>
          <a:lin ang="18900000" scaled="1"/>
          <a:tileRect/>
        </a:gradFill>
        <a:ln>
          <a:noFill/>
        </a:ln>
        <a:effectLst/>
      </a:spPr>
      <a:bodyPr rot="0" spcFirstLastPara="0" vertOverflow="overflow" horzOverflow="overflow" vert="horz" wrap="square" lIns="72000" tIns="36000" rIns="72000" bIns="36000" numCol="1" spcCol="0" rtlCol="0" fromWordArt="0" anchor="ctr" anchorCtr="0" forceAA="0" compatLnSpc="1">
        <a:prstTxWarp prst="textNoShape">
          <a:avLst/>
        </a:prstTxWarp>
        <a:noAutofit/>
      </a:bodyPr>
      <a:lstStyle>
        <a:defPPr algn="ctr">
          <a:defRPr dirty="0" err="1" smtClean="0"/>
        </a:defPPr>
      </a:lstStyle>
      <a:style>
        <a:lnRef idx="1">
          <a:schemeClr val="accent1"/>
        </a:lnRef>
        <a:fillRef idx="3">
          <a:schemeClr val="accent1"/>
        </a:fillRef>
        <a:effectRef idx="2">
          <a:schemeClr val="accent1"/>
        </a:effectRef>
        <a:fontRef idx="minor">
          <a:schemeClr val="lt1"/>
        </a:fontRef>
      </a:style>
    </a:spDef>
    <a:lnDef>
      <a:spPr>
        <a:ln w="12700">
          <a:solidFill>
            <a:schemeClr val="tx1"/>
          </a:solidFill>
        </a:ln>
        <a:effectLst/>
        <a:extLst>
          <a:ext uri="{AF507438-7753-43e0-B8FC-AC1667EBCBE1}">
            <a14:hiddenEffects xmlns:a14="http://schemas.microsoft.com/office/drawing/2010/main" xmlns="">
              <a:effectLst>
                <a:outerShdw blurRad="40000" dist="20000" dir="5400000" rotWithShape="0">
                  <a:srgbClr val="000000">
                    <a:alpha val="38000"/>
                  </a:srgbClr>
                </a:outerShdw>
              </a:effectLst>
            </a14:hiddenEffects>
          </a:ext>
        </a:extLst>
      </a:spPr>
      <a:bodyPr/>
      <a:lstStyle/>
      <a:style>
        <a:lnRef idx="2">
          <a:schemeClr val="accent1"/>
        </a:lnRef>
        <a:fillRef idx="0">
          <a:schemeClr val="accent1"/>
        </a:fillRef>
        <a:effectRef idx="1">
          <a:schemeClr val="accent1"/>
        </a:effectRef>
        <a:fontRef idx="minor">
          <a:schemeClr val="tx1"/>
        </a:fontRef>
      </a:style>
    </a:lnDef>
    <a:txDef>
      <a:spPr>
        <a:noFill/>
      </a:spPr>
      <a:bodyPr wrap="none" rtlCol="0">
        <a:spAutoFit/>
      </a:bodyPr>
      <a:lstStyle>
        <a:defPPr>
          <a:defRPr dirty="0" err="1" smtClean="0">
            <a:solidFill>
              <a:srgbClr val="53585D"/>
            </a:solidFill>
          </a:defRPr>
        </a:defPPr>
      </a:lstStyle>
    </a:txDef>
  </a:objectDefaults>
  <a:extraClrSchemeLst/>
  <a:custClrLst>
    <a:custClr name="KUKA Orange">
      <a:srgbClr val="FF5800"/>
    </a:custClr>
    <a:custClr name="Grau dunkel">
      <a:srgbClr val="2B3035"/>
    </a:custClr>
    <a:custClr name="Blau dunkel">
      <a:srgbClr val="2B5885"/>
    </a:custClr>
    <a:custClr name="Blau">
      <a:srgbClr val="499ECE"/>
    </a:custClr>
    <a:custClr name="Blau hell">
      <a:srgbClr val="B8D0E8"/>
    </a:custClr>
    <a:custClr name="Petrol dunkel">
      <a:srgbClr val="3C8C78"/>
    </a:custClr>
    <a:custClr name="Petrol">
      <a:srgbClr val="6EC8A0"/>
    </a:custClr>
    <a:custClr name="Petrol hell">
      <a:srgbClr val="CDF5DC"/>
    </a:custClr>
    <a:custClr name="Lila dunkel">
      <a:srgbClr val="9F547D"/>
    </a:custClr>
    <a:custClr name="Gelb dunkel">
      <a:srgbClr val="E8B721"/>
    </a:custClr>
    <a:custClr name="Rot dunkel">
      <a:srgbClr val="C6323F"/>
    </a:custClr>
    <a:custClr name="Grün hell">
      <a:srgbClr val="309630"/>
    </a:custClr>
    <a:custClr name="Ampel rot">
      <a:srgbClr val="B40000"/>
    </a:custClr>
    <a:custClr name="Ampel gelb">
      <a:srgbClr val="FFCD00"/>
    </a:custClr>
    <a:custClr name="Ampel grün">
      <a:srgbClr val="00780A"/>
    </a:custClr>
  </a:custClrLst>
  <a:extLst>
    <a:ext uri="{05A4C25C-085E-4340-85A3-A5531E510DB2}">
      <thm15:themeFamily xmlns:thm15="http://schemas.microsoft.com/office/thememl/2012/main" name="Präsentation1" id="{EE8F2CCF-6A0B-45E2-BC04-D672E9C2EC71}" vid="{EE7BF709-BE7E-41DD-A3B0-4980E0006360}"/>
    </a:ext>
  </a:extLst>
</a:theme>
</file>

<file path=ppt/theme/theme2.xml><?xml version="1.0" encoding="utf-8"?>
<a:theme xmlns:a="http://schemas.openxmlformats.org/drawingml/2006/main" name="Office-Design">
  <a:themeElements>
    <a:clrScheme name="Office">
      <a:dk1>
        <a:sysClr val="windowText" lastClr="000000"/>
      </a:dk1>
      <a:lt1>
        <a:sysClr val="window" lastClr="FFFFFF"/>
      </a:lt1>
      <a:dk2>
        <a:srgbClr val="1F497D"/>
      </a:dk2>
      <a:lt2>
        <a:srgbClr val="EEECE1"/>
      </a:lt2>
      <a:accent1>
        <a:srgbClr val="4F81BD"/>
      </a:accent1>
      <a:accent2>
        <a:srgbClr val="C0504D"/>
      </a:accent2>
      <a:accent3>
        <a:srgbClr val="9BBB59"/>
      </a:accent3>
      <a:accent4>
        <a:srgbClr val="8064A2"/>
      </a:accent4>
      <a:accent5>
        <a:srgbClr val="4BACC6"/>
      </a:accent5>
      <a:accent6>
        <a:srgbClr val="F79646"/>
      </a:accent6>
      <a:hlink>
        <a:srgbClr val="0000FF"/>
      </a:hlink>
      <a:folHlink>
        <a:srgbClr val="800080"/>
      </a:folHlink>
    </a:clrScheme>
    <a:fontScheme name="Office">
      <a:maj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tint val="50000"/>
                <a:satMod val="300000"/>
              </a:schemeClr>
            </a:gs>
            <a:gs pos="35000">
              <a:schemeClr val="phClr">
                <a:tint val="37000"/>
                <a:satMod val="300000"/>
              </a:schemeClr>
            </a:gs>
            <a:gs pos="100000">
              <a:schemeClr val="phClr">
                <a:tint val="15000"/>
                <a:satMod val="350000"/>
              </a:schemeClr>
            </a:gs>
          </a:gsLst>
          <a:lin ang="16200000" scaled="1"/>
        </a:gradFill>
        <a:gradFill rotWithShape="1">
          <a:gsLst>
            <a:gs pos="0">
              <a:schemeClr val="phClr">
                <a:tint val="100000"/>
                <a:shade val="100000"/>
                <a:satMod val="130000"/>
              </a:schemeClr>
            </a:gs>
            <a:gs pos="100000">
              <a:schemeClr val="phClr">
                <a:tint val="50000"/>
                <a:shade val="100000"/>
                <a:satMod val="350000"/>
              </a:schemeClr>
            </a:gs>
          </a:gsLst>
          <a:lin ang="16200000" scaled="0"/>
        </a:gradFill>
      </a:fillStyleLst>
      <a:lnStyleLst>
        <a:ln w="9525" cap="flat" cmpd="sng" algn="ctr">
          <a:solidFill>
            <a:schemeClr val="phClr">
              <a:shade val="95000"/>
              <a:satMod val="105000"/>
            </a:schemeClr>
          </a:solidFill>
          <a:prstDash val="solid"/>
        </a:ln>
        <a:ln w="25400" cap="flat" cmpd="sng" algn="ctr">
          <a:solidFill>
            <a:schemeClr val="phClr"/>
          </a:solidFill>
          <a:prstDash val="solid"/>
        </a:ln>
        <a:ln w="38100" cap="flat" cmpd="sng" algn="ctr">
          <a:solidFill>
            <a:schemeClr val="phClr"/>
          </a:solidFill>
          <a:prstDash val="solid"/>
        </a:ln>
      </a:lnStyleLst>
      <a:effectStyleLst>
        <a:effectStyle>
          <a:effectLst>
            <a:outerShdw blurRad="40000" dist="20000" dir="5400000" rotWithShape="0">
              <a:srgbClr val="000000">
                <a:alpha val="38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  <a:scene3d>
            <a:camera prst="orthographicFront">
              <a:rot lat="0" lon="0" rev="0"/>
            </a:camera>
            <a:lightRig rig="threePt" dir="t">
              <a:rot lat="0" lon="0" rev="1200000"/>
            </a:lightRig>
          </a:scene3d>
          <a:sp3d>
            <a:bevelT w="63500" h="25400"/>
          </a:sp3d>
        </a:effectStyle>
      </a:effectStyleLst>
      <a:bgFillStyleLst>
        <a:solidFill>
          <a:schemeClr val="phClr"/>
        </a:solidFill>
        <a:gradFill rotWithShape="1">
          <a:gsLst>
            <a:gs pos="0">
              <a:schemeClr val="phClr">
                <a:tint val="40000"/>
                <a:satMod val="350000"/>
              </a:schemeClr>
            </a:gs>
            <a:gs pos="40000">
              <a:schemeClr val="phClr">
                <a:tint val="45000"/>
                <a:shade val="99000"/>
                <a:satMod val="350000"/>
              </a:schemeClr>
            </a:gs>
            <a:gs pos="100000">
              <a:schemeClr val="phClr">
                <a:shade val="20000"/>
                <a:satMod val="255000"/>
              </a:schemeClr>
            </a:gs>
          </a:gsLst>
          <a:path path="circle">
            <a:fillToRect l="50000" t="-80000" r="50000" b="180000"/>
          </a:path>
        </a:gradFill>
        <a:gradFill rotWithShape="1">
          <a:gsLst>
            <a:gs pos="0">
              <a:schemeClr val="phClr">
                <a:tint val="80000"/>
                <a:satMod val="300000"/>
              </a:schemeClr>
            </a:gs>
            <a:gs pos="100000">
              <a:schemeClr val="phClr">
                <a:shade val="30000"/>
                <a:satMod val="200000"/>
              </a:schemeClr>
            </a:gs>
          </a:gsLst>
          <a:path path="circle">
            <a:fillToRect l="50000" t="50000" r="50000" b="50000"/>
          </a:path>
        </a:gradFill>
      </a:bgFillStyleLst>
    </a:fmtScheme>
  </a:themeElements>
  <a:objectDefaults>
    <a:spDef>
      <a:spPr/>
      <a:bodyPr/>
      <a:lstStyle/>
      <a:style>
        <a:lnRef idx="1">
          <a:schemeClr val="accent1"/>
        </a:lnRef>
        <a:fillRef idx="3">
          <a:schemeClr val="accent1"/>
        </a:fillRef>
        <a:effectRef idx="2">
          <a:schemeClr val="accent1"/>
        </a:effectRef>
        <a:fontRef idx="minor">
          <a:schemeClr val="lt1"/>
        </a:fontRef>
      </a:style>
    </a:spDef>
    <a:lnDef>
      <a:spPr/>
      <a:bodyPr/>
      <a:lstStyle/>
      <a:style>
        <a:lnRef idx="2">
          <a:schemeClr val="accent1"/>
        </a:lnRef>
        <a:fillRef idx="0">
          <a:schemeClr val="accent1"/>
        </a:fillRef>
        <a:effectRef idx="1">
          <a:schemeClr val="accent1"/>
        </a:effectRef>
        <a:fontRef idx="minor">
          <a:schemeClr val="tx1"/>
        </a:fontRef>
      </a:style>
    </a:lnDef>
  </a:objectDefaults>
  <a:extraClrSchemeLst/>
  <a:custClrLst>
    <a:custClr name="KUKA Orange">
      <a:srgbClr val="FF5800"/>
    </a:custClr>
    <a:custClr name="Grau dunkel">
      <a:srgbClr val="2B3035"/>
    </a:custClr>
    <a:custClr name="Blau dunkel">
      <a:srgbClr val="2B5885"/>
    </a:custClr>
    <a:custClr name="Blau">
      <a:srgbClr val="499ECE"/>
    </a:custClr>
    <a:custClr name="Blau hell">
      <a:srgbClr val="B8D0E8"/>
    </a:custClr>
    <a:custClr name="Petrol dunkel">
      <a:srgbClr val="3C8C78"/>
    </a:custClr>
    <a:custClr name="Petrol">
      <a:srgbClr val="6EC8A0"/>
    </a:custClr>
    <a:custClr name="Petrol hell">
      <a:srgbClr val="CDF5DC"/>
    </a:custClr>
    <a:custClr name="Lila dunkel">
      <a:srgbClr val="9F547D"/>
    </a:custClr>
    <a:custClr name="Gelb dunkel">
      <a:srgbClr val="E8B721"/>
    </a:custClr>
    <a:custClr name="Rot dunkel">
      <a:srgbClr val="C6323F"/>
    </a:custClr>
    <a:custClr name="Grün hell">
      <a:srgbClr val="309630"/>
    </a:custClr>
    <a:custClr name="Ampel rot">
      <a:srgbClr val="B40000"/>
    </a:custClr>
    <a:custClr name="Ampel gelb">
      <a:srgbClr val="FFCD00"/>
    </a:custClr>
    <a:custClr name="Ampel grün">
      <a:srgbClr val="00780A"/>
    </a:custClr>
  </a:custClrLst>
</a:theme>
</file>

<file path=ppt/theme/theme3.xml><?xml version="1.0" encoding="utf-8"?>
<a:theme xmlns:a="http://schemas.openxmlformats.org/drawingml/2006/main" name="Office-Design">
  <a:themeElements>
    <a:clrScheme name="Office">
      <a:dk1>
        <a:sysClr val="windowText" lastClr="000000"/>
      </a:dk1>
      <a:lt1>
        <a:sysClr val="window" lastClr="FFFFFF"/>
      </a:lt1>
      <a:dk2>
        <a:srgbClr val="1F497D"/>
      </a:dk2>
      <a:lt2>
        <a:srgbClr val="EEECE1"/>
      </a:lt2>
      <a:accent1>
        <a:srgbClr val="4F81BD"/>
      </a:accent1>
      <a:accent2>
        <a:srgbClr val="C0504D"/>
      </a:accent2>
      <a:accent3>
        <a:srgbClr val="9BBB59"/>
      </a:accent3>
      <a:accent4>
        <a:srgbClr val="8064A2"/>
      </a:accent4>
      <a:accent5>
        <a:srgbClr val="4BACC6"/>
      </a:accent5>
      <a:accent6>
        <a:srgbClr val="F79646"/>
      </a:accent6>
      <a:hlink>
        <a:srgbClr val="0000FF"/>
      </a:hlink>
      <a:folHlink>
        <a:srgbClr val="800080"/>
      </a:folHlink>
    </a:clrScheme>
    <a:fontScheme name="Office">
      <a:maj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tint val="50000"/>
                <a:satMod val="300000"/>
              </a:schemeClr>
            </a:gs>
            <a:gs pos="35000">
              <a:schemeClr val="phClr">
                <a:tint val="37000"/>
                <a:satMod val="300000"/>
              </a:schemeClr>
            </a:gs>
            <a:gs pos="100000">
              <a:schemeClr val="phClr">
                <a:tint val="15000"/>
                <a:satMod val="350000"/>
              </a:schemeClr>
            </a:gs>
          </a:gsLst>
          <a:lin ang="16200000" scaled="1"/>
        </a:gradFill>
        <a:gradFill rotWithShape="1">
          <a:gsLst>
            <a:gs pos="0">
              <a:schemeClr val="phClr">
                <a:tint val="100000"/>
                <a:shade val="100000"/>
                <a:satMod val="130000"/>
              </a:schemeClr>
            </a:gs>
            <a:gs pos="100000">
              <a:schemeClr val="phClr">
                <a:tint val="50000"/>
                <a:shade val="100000"/>
                <a:satMod val="350000"/>
              </a:schemeClr>
            </a:gs>
          </a:gsLst>
          <a:lin ang="16200000" scaled="0"/>
        </a:gradFill>
      </a:fillStyleLst>
      <a:lnStyleLst>
        <a:ln w="9525" cap="flat" cmpd="sng" algn="ctr">
          <a:solidFill>
            <a:schemeClr val="phClr">
              <a:shade val="95000"/>
              <a:satMod val="105000"/>
            </a:schemeClr>
          </a:solidFill>
          <a:prstDash val="solid"/>
        </a:ln>
        <a:ln w="25400" cap="flat" cmpd="sng" algn="ctr">
          <a:solidFill>
            <a:schemeClr val="phClr"/>
          </a:solidFill>
          <a:prstDash val="solid"/>
        </a:ln>
        <a:ln w="38100" cap="flat" cmpd="sng" algn="ctr">
          <a:solidFill>
            <a:schemeClr val="phClr"/>
          </a:solidFill>
          <a:prstDash val="solid"/>
        </a:ln>
      </a:lnStyleLst>
      <a:effectStyleLst>
        <a:effectStyle>
          <a:effectLst>
            <a:outerShdw blurRad="40000" dist="20000" dir="5400000" rotWithShape="0">
              <a:srgbClr val="000000">
                <a:alpha val="38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  <a:scene3d>
            <a:camera prst="orthographicFront">
              <a:rot lat="0" lon="0" rev="0"/>
            </a:camera>
            <a:lightRig rig="threePt" dir="t">
              <a:rot lat="0" lon="0" rev="1200000"/>
            </a:lightRig>
          </a:scene3d>
          <a:sp3d>
            <a:bevelT w="63500" h="25400"/>
          </a:sp3d>
        </a:effectStyle>
      </a:effectStyleLst>
      <a:bgFillStyleLst>
        <a:solidFill>
          <a:schemeClr val="phClr"/>
        </a:solidFill>
        <a:gradFill rotWithShape="1">
          <a:gsLst>
            <a:gs pos="0">
              <a:schemeClr val="phClr">
                <a:tint val="40000"/>
                <a:satMod val="350000"/>
              </a:schemeClr>
            </a:gs>
            <a:gs pos="40000">
              <a:schemeClr val="phClr">
                <a:tint val="45000"/>
                <a:shade val="99000"/>
                <a:satMod val="350000"/>
              </a:schemeClr>
            </a:gs>
            <a:gs pos="100000">
              <a:schemeClr val="phClr">
                <a:shade val="20000"/>
                <a:satMod val="255000"/>
              </a:schemeClr>
            </a:gs>
          </a:gsLst>
          <a:path path="circle">
            <a:fillToRect l="50000" t="-80000" r="50000" b="180000"/>
          </a:path>
        </a:gradFill>
        <a:gradFill rotWithShape="1">
          <a:gsLst>
            <a:gs pos="0">
              <a:schemeClr val="phClr">
                <a:tint val="80000"/>
                <a:satMod val="300000"/>
              </a:schemeClr>
            </a:gs>
            <a:gs pos="100000">
              <a:schemeClr val="phClr">
                <a:shade val="30000"/>
                <a:satMod val="200000"/>
              </a:schemeClr>
            </a:gs>
          </a:gsLst>
          <a:path path="circle">
            <a:fillToRect l="50000" t="50000" r="50000" b="50000"/>
          </a:path>
        </a:gradFill>
      </a:bgFillStyleLst>
    </a:fmtScheme>
  </a:themeElements>
  <a:objectDefaults>
    <a:spDef>
      <a:spPr/>
      <a:bodyPr/>
      <a:lstStyle/>
      <a:style>
        <a:lnRef idx="1">
          <a:schemeClr val="accent1"/>
        </a:lnRef>
        <a:fillRef idx="3">
          <a:schemeClr val="accent1"/>
        </a:fillRef>
        <a:effectRef idx="2">
          <a:schemeClr val="accent1"/>
        </a:effectRef>
        <a:fontRef idx="minor">
          <a:schemeClr val="lt1"/>
        </a:fontRef>
      </a:style>
    </a:spDef>
    <a:lnDef>
      <a:spPr/>
      <a:bodyPr/>
      <a:lstStyle/>
      <a:style>
        <a:lnRef idx="2">
          <a:schemeClr val="accent1"/>
        </a:lnRef>
        <a:fillRef idx="0">
          <a:schemeClr val="accent1"/>
        </a:fillRef>
        <a:effectRef idx="1">
          <a:schemeClr val="accent1"/>
        </a:effectRef>
        <a:fontRef idx="minor">
          <a:schemeClr val="tx1"/>
        </a:fontRef>
      </a:style>
    </a:lnDef>
  </a:objectDefaults>
  <a:extraClrSchemeLst/>
  <a:custClrLst>
    <a:custClr name="KUKA Orange">
      <a:srgbClr val="FF5800"/>
    </a:custClr>
    <a:custClr name="Grau dunkel">
      <a:srgbClr val="2B3035"/>
    </a:custClr>
    <a:custClr name="Blau dunkel">
      <a:srgbClr val="2B5885"/>
    </a:custClr>
    <a:custClr name="Blau">
      <a:srgbClr val="499ECE"/>
    </a:custClr>
    <a:custClr name="Blau hell">
      <a:srgbClr val="B8D0E8"/>
    </a:custClr>
    <a:custClr name="Petrol dunkel">
      <a:srgbClr val="3C8C78"/>
    </a:custClr>
    <a:custClr name="Petrol">
      <a:srgbClr val="6EC8A0"/>
    </a:custClr>
    <a:custClr name="Petrol hell">
      <a:srgbClr val="CDF5DC"/>
    </a:custClr>
    <a:custClr name="Lila dunkel">
      <a:srgbClr val="9F547D"/>
    </a:custClr>
    <a:custClr name="Gelb dunkel">
      <a:srgbClr val="E8B721"/>
    </a:custClr>
    <a:custClr name="Rot dunkel">
      <a:srgbClr val="C6323F"/>
    </a:custClr>
    <a:custClr name="Grün hell">
      <a:srgbClr val="309630"/>
    </a:custClr>
    <a:custClr name="Ampel rot">
      <a:srgbClr val="B40000"/>
    </a:custClr>
    <a:custClr name="Ampel gelb">
      <a:srgbClr val="FFCD00"/>
    </a:custClr>
    <a:custClr name="Ampel grün">
      <a:srgbClr val="00780A"/>
    </a:custClr>
  </a:custClrLst>
</a:theme>
</file>

<file path=customXml/_rels/item1.xml.rels><?xml version="1.0" encoding="UTF-8" standalone="yes"?>
<Relationships xmlns="http://schemas.openxmlformats.org/package/2006/relationships"><Relationship Id="rId1" Type="http://schemas.openxmlformats.org/officeDocument/2006/relationships/customXmlProps" Target="itemProps1.xml"/></Relationships>
</file>

<file path=customXml/_rels/item2.xml.rels><?xml version="1.0" encoding="UTF-8" standalone="yes"?>
<Relationships xmlns="http://schemas.openxmlformats.org/package/2006/relationships"><Relationship Id="rId1" Type="http://schemas.openxmlformats.org/officeDocument/2006/relationships/customXmlProps" Target="itemProps2.xml"/></Relationships>
</file>

<file path=customXml/_rels/item3.xml.rels><?xml version="1.0" encoding="UTF-8" standalone="yes"?>
<Relationships xmlns="http://schemas.openxmlformats.org/package/2006/relationships"><Relationship Id="rId1" Type="http://schemas.openxmlformats.org/officeDocument/2006/relationships/customXmlProps" Target="itemProps3.xml"/></Relationships>
</file>

<file path=customXml/item1.xml><?xml version="1.0" encoding="utf-8"?>
<?mso-contentType ?>
<FormTemplates xmlns="http://schemas.microsoft.com/sharepoint/v3/contenttype/forms">
  <Display>DocumentLibraryForm</Display>
  <Edit>DocumentLibraryForm</Edit>
  <New>DocumentLibraryForm</New>
</FormTemplates>
</file>

<file path=customXml/item2.xml><?xml version="1.0" encoding="utf-8"?>
<ct:contentTypeSchema xmlns:ct="http://schemas.microsoft.com/office/2006/metadata/contentType" xmlns:ma="http://schemas.microsoft.com/office/2006/metadata/properties/metaAttributes" ct:_="" ma:_="" ma:contentTypeName="Dokument" ma:contentTypeID="0x0101006C8D9CDDC72AD541B4C07FC0070ADE77" ma:contentTypeVersion="20" ma:contentTypeDescription="Ein neues Dokument erstellen." ma:contentTypeScope="" ma:versionID="7709a8cf9e17d6a947b9b9c570adde9f">
  <xsd:schema xmlns:xsd="http://www.w3.org/2001/XMLSchema" xmlns:xs="http://www.w3.org/2001/XMLSchema" xmlns:p="http://schemas.microsoft.com/office/2006/metadata/properties" xmlns:ns2="066993b7-1e88-4ec3-ab8d-619e678a1c4e" xmlns:ns3="506c2b08-a0f9-4917-8efa-9f374b8a35b1" targetNamespace="http://schemas.microsoft.com/office/2006/metadata/properties" ma:root="true" ma:fieldsID="fd13155ad8c359803de3ce2520e502ed" ns2:_="" ns3:_="">
    <xsd:import namespace="066993b7-1e88-4ec3-ab8d-619e678a1c4e"/>
    <xsd:import namespace="506c2b08-a0f9-4917-8efa-9f374b8a35b1"/>
    <xsd:element name="properties">
      <xsd:complexType>
        <xsd:sequence>
          <xsd:element name="documentManagement">
            <xsd:complexType>
              <xsd:all>
                <xsd:element ref="ns2:MediaServiceMetadata" minOccurs="0"/>
                <xsd:element ref="ns2:MediaServiceFastMetadata" minOccurs="0"/>
                <xsd:element ref="ns2:MediaServiceAutoTags" minOccurs="0"/>
                <xsd:element ref="ns2:MediaServiceOCR" minOccurs="0"/>
                <xsd:element ref="ns2:MediaServiceGenerationTime" minOccurs="0"/>
                <xsd:element ref="ns2:MediaServiceEventHashCode" minOccurs="0"/>
                <xsd:element ref="ns2:MediaServiceDateTaken" minOccurs="0"/>
                <xsd:element ref="ns2:MediaServiceAutoKeyPoints" minOccurs="0"/>
                <xsd:element ref="ns2:MediaServiceKeyPoints" minOccurs="0"/>
                <xsd:element ref="ns3:SharedWithUsers" minOccurs="0"/>
                <xsd:element ref="ns3:SharedWithDetails" minOccurs="0"/>
                <xsd:element ref="ns2:i903e209fed84228aefc53c07bbc4291" minOccurs="0"/>
                <xsd:element ref="ns3:TaxCatchAll" minOccurs="0"/>
                <xsd:element ref="ns2:_x0068_ca5" minOccurs="0"/>
                <xsd:element ref="ns2:lcf76f155ced4ddcb4097134ff3c332f" minOccurs="0"/>
                <xsd:element ref="ns2:MediaServiceObjectDetectorVersions" minOccurs="0"/>
              </xsd:all>
            </xsd:complexType>
          </xsd:element>
        </xsd:sequence>
      </xsd:complexType>
    </xsd:element>
  </xsd:schema>
  <xsd:schema xmlns:xsd="http://www.w3.org/2001/XMLSchema" xmlns:xs="http://www.w3.org/2001/XMLSchema" xmlns:dms="http://schemas.microsoft.com/office/2006/documentManagement/types" xmlns:pc="http://schemas.microsoft.com/office/infopath/2007/PartnerControls" targetNamespace="066993b7-1e88-4ec3-ab8d-619e678a1c4e" elementFormDefault="qualified">
    <xsd:import namespace="http://schemas.microsoft.com/office/2006/documentManagement/types"/>
    <xsd:import namespace="http://schemas.microsoft.com/office/infopath/2007/PartnerControls"/>
    <xsd:element name="MediaServiceMetadata" ma:index="8" nillable="true" ma:displayName="MediaServiceMetadata" ma:hidden="true" ma:internalName="MediaServiceMetadata" ma:readOnly="true">
      <xsd:simpleType>
        <xsd:restriction base="dms:Note"/>
      </xsd:simpleType>
    </xsd:element>
    <xsd:element name="MediaServiceFastMetadata" ma:index="9" nillable="true" ma:displayName="MediaServiceFastMetadata" ma:hidden="true" ma:internalName="MediaServiceFastMetadata" ma:readOnly="true">
      <xsd:simpleType>
        <xsd:restriction base="dms:Note"/>
      </xsd:simpleType>
    </xsd:element>
    <xsd:element name="MediaServiceAutoTags" ma:index="10" nillable="true" ma:displayName="Tags" ma:internalName="MediaServiceAutoTags" ma:readOnly="true">
      <xsd:simpleType>
        <xsd:restriction base="dms:Text"/>
      </xsd:simpleType>
    </xsd:element>
    <xsd:element name="MediaServiceOCR" ma:index="11" nillable="true" ma:displayName="Extracted Text" ma:internalName="MediaServiceOCR" ma:readOnly="true">
      <xsd:simpleType>
        <xsd:restriction base="dms:Note">
          <xsd:maxLength value="255"/>
        </xsd:restriction>
      </xsd:simpleType>
    </xsd:element>
    <xsd:element name="MediaServiceGenerationTime" ma:index="12" nillable="true" ma:displayName="MediaServiceGenerationTime" ma:hidden="true" ma:internalName="MediaServiceGenerationTime" ma:readOnly="true">
      <xsd:simpleType>
        <xsd:restriction base="dms:Text"/>
      </xsd:simpleType>
    </xsd:element>
    <xsd:element name="MediaServiceEventHashCode" ma:index="13" nillable="true" ma:displayName="MediaServiceEventHashCode" ma:hidden="true" ma:internalName="MediaServiceEventHashCode" ma:readOnly="true">
      <xsd:simpleType>
        <xsd:restriction base="dms:Text"/>
      </xsd:simpleType>
    </xsd:element>
    <xsd:element name="MediaServiceDateTaken" ma:index="14" nillable="true" ma:displayName="MediaServiceDateTaken" ma:hidden="true" ma:internalName="MediaServiceDateTaken" ma:readOnly="true">
      <xsd:simpleType>
        <xsd:restriction base="dms:Text"/>
      </xsd:simpleType>
    </xsd:element>
    <xsd:element name="MediaServiceAutoKeyPoints" ma:index="15" nillable="true" ma:displayName="MediaServiceAutoKeyPoints" ma:hidden="true" ma:internalName="MediaServiceAutoKeyPoints" ma:readOnly="true">
      <xsd:simpleType>
        <xsd:restriction base="dms:Note"/>
      </xsd:simpleType>
    </xsd:element>
    <xsd:element name="MediaServiceKeyPoints" ma:index="16" nillable="true" ma:displayName="KeyPoints" ma:internalName="MediaServiceKeyPoints" ma:readOnly="true">
      <xsd:simpleType>
        <xsd:restriction base="dms:Note">
          <xsd:maxLength value="255"/>
        </xsd:restriction>
      </xsd:simpleType>
    </xsd:element>
    <xsd:element name="i903e209fed84228aefc53c07bbc4291" ma:index="20" nillable="true" ma:taxonomy="true" ma:internalName="i903e209fed84228aefc53c07bbc4291" ma:taxonomyFieldName="tag" ma:displayName="tag" ma:readOnly="false" ma:default="" ma:fieldId="{2903e209-fed8-4228-aefc-53c07bbc4291}" ma:taxonomyMulti="true" ma:sspId="12b9b26c-3cee-443e-b974-cf8ae65fbdc1" ma:termSetId="29442e28-53ff-4623-a0ce-3145ceee7845" ma:anchorId="00000000-0000-0000-0000-000000000000" ma:open="true" ma:isKeyword="false">
      <xsd:complexType>
        <xsd:sequence>
          <xsd:element ref="pc:Terms" minOccurs="0" maxOccurs="1"/>
        </xsd:sequence>
      </xsd:complexType>
    </xsd:element>
    <xsd:element name="_x0068_ca5" ma:index="22" nillable="true" ma:displayName="Nummer" ma:internalName="_x0068_ca5">
      <xsd:simpleType>
        <xsd:restriction base="dms:Number"/>
      </xsd:simpleType>
    </xsd:element>
    <xsd:element name="lcf76f155ced4ddcb4097134ff3c332f" ma:index="24" nillable="true" ma:taxonomy="true" ma:internalName="lcf76f155ced4ddcb4097134ff3c332f" ma:taxonomyFieldName="MediaServiceImageTags" ma:displayName="Bildmarkierungen" ma:readOnly="false" ma:fieldId="{5cf76f15-5ced-4ddc-b409-7134ff3c332f}" ma:taxonomyMulti="true" ma:sspId="12b9b26c-3cee-443e-b974-cf8ae65fbdc1" ma:termSetId="09814cd3-568e-fe90-9814-8d621ff8fb84" ma:anchorId="fba54fb3-c3e1-fe81-a776-ca4b69148c4d" ma:open="true" ma:isKeyword="false">
      <xsd:complexType>
        <xsd:sequence>
          <xsd:element ref="pc:Terms" minOccurs="0" maxOccurs="1"/>
        </xsd:sequence>
      </xsd:complexType>
    </xsd:element>
    <xsd:element name="MediaServiceObjectDetectorVersions" ma:index="25" nillable="true" ma:displayName="MediaServiceObjectDetectorVersions" ma:hidden="true" ma:indexed="true" ma:internalName="MediaServiceObjectDetectorVersions" ma:readOnly="true">
      <xsd:simpleType>
        <xsd:restriction base="dms:Text"/>
      </xsd:simpleType>
    </xsd:element>
  </xsd:schema>
  <xsd:schema xmlns:xsd="http://www.w3.org/2001/XMLSchema" xmlns:xs="http://www.w3.org/2001/XMLSchema" xmlns:dms="http://schemas.microsoft.com/office/2006/documentManagement/types" xmlns:pc="http://schemas.microsoft.com/office/infopath/2007/PartnerControls" targetNamespace="506c2b08-a0f9-4917-8efa-9f374b8a35b1" elementFormDefault="qualified">
    <xsd:import namespace="http://schemas.microsoft.com/office/2006/documentManagement/types"/>
    <xsd:import namespace="http://schemas.microsoft.com/office/infopath/2007/PartnerControls"/>
    <xsd:element name="SharedWithUsers" ma:index="17" nillable="true" ma:displayName="Freigegeben für" ma:internalName="SharedWithUsers" ma:readOnly="true">
      <xsd:complexType>
        <xsd:complexContent>
          <xsd:extension base="dms:UserMulti">
            <xsd:sequence>
              <xsd:element name="UserInfo" minOccurs="0" maxOccurs="unbounded">
                <xsd:complexType>
                  <xsd:sequence>
                    <xsd:element name="DisplayName" type="xsd:string" minOccurs="0"/>
                    <xsd:element name="AccountId" type="dms:UserId" minOccurs="0" nillable="true"/>
                    <xsd:element name="AccountType" type="xsd:string" minOccurs="0"/>
                  </xsd:sequence>
                </xsd:complexType>
              </xsd:element>
            </xsd:sequence>
          </xsd:extension>
        </xsd:complexContent>
      </xsd:complexType>
    </xsd:element>
    <xsd:element name="SharedWithDetails" ma:index="18" nillable="true" ma:displayName="Freigegeben für - Details" ma:internalName="SharedWithDetails" ma:readOnly="true">
      <xsd:simpleType>
        <xsd:restriction base="dms:Note">
          <xsd:maxLength value="255"/>
        </xsd:restriction>
      </xsd:simpleType>
    </xsd:element>
    <xsd:element name="TaxCatchAll" ma:index="21" nillable="true" ma:displayName="Taxonomy Catch All Column" ma:hidden="true" ma:list="{f8895988-6741-4110-bca3-56d56002df6f}" ma:internalName="TaxCatchAll" ma:showField="CatchAllData" ma:web="506c2b08-a0f9-4917-8efa-9f374b8a35b1">
      <xsd:complexType>
        <xsd:complexContent>
          <xsd:extension base="dms:MultiChoiceLookup">
            <xsd:sequence>
              <xsd:element name="Value" type="dms:Lookup" maxOccurs="unbounded" minOccurs="0" nillable="true"/>
            </xsd:sequence>
          </xsd:extension>
        </xsd:complexContent>
      </xsd:complexType>
    </xsd:element>
  </xsd:schema>
  <xsd:schema xmlns="http://schemas.openxmlformats.org/package/2006/metadata/core-properties" xmlns:xsd="http://www.w3.org/2001/XMLSchema" xmlns:xsi="http://www.w3.org/2001/XMLSchema-instance" xmlns:dc="http://purl.org/dc/elements/1.1/" xmlns:dcterms="http://purl.org/dc/terms/" xmlns:odoc="http://schemas.microsoft.com/internal/obd" targetNamespace="http://schemas.openxmlformats.org/package/2006/metadata/core-properties" elementFormDefault="qualified" attributeFormDefault="unqualified" blockDefault="#all">
    <xsd:import namespace="http://purl.org/dc/elements/1.1/" schemaLocation="http://dublincore.org/schemas/xmls/qdc/2003/04/02/dc.xsd"/>
    <xsd:import namespace="http://purl.org/dc/terms/" schemaLocation="http://dublincore.org/schemas/xmls/qdc/2003/04/02/dcterms.xsd"/>
    <xsd:element name="coreProperties" type="CT_coreProperties"/>
    <xsd:complexType name="CT_coreProperties">
      <xsd:all>
        <xsd:element ref="dc:creator" minOccurs="0" maxOccurs="1"/>
        <xsd:element ref="dcterms:created" minOccurs="0" maxOccurs="1"/>
        <xsd:element ref="dc:identifier" minOccurs="0" maxOccurs="1"/>
        <xsd:element name="contentType" minOccurs="0" maxOccurs="1" type="xsd:string" ma:index="0" ma:displayName="Inhaltstyp"/>
        <xsd:element ref="dc:title" minOccurs="0" maxOccurs="1" ma:index="4" ma:displayName="Titel"/>
        <xsd:element ref="dc:subject" minOccurs="0" maxOccurs="1"/>
        <xsd:element ref="dc:description" minOccurs="0" maxOccurs="1"/>
        <xsd:element name="keywords" minOccurs="0" maxOccurs="1" type="xsd:string"/>
        <xsd:element ref="dc:language" minOccurs="0" maxOccurs="1"/>
        <xsd:element name="category" minOccurs="0" maxOccurs="1" type="xsd:string"/>
        <xsd:element name="version" minOccurs="0" maxOccurs="1" type="xsd:string"/>
        <xsd:element name="revision" minOccurs="0" maxOccurs="1" type="xsd:string">
          <xsd:annotation>
            <xsd:documentation>
                        This value indicates the number of saves or revisions. The application is responsible for updating this value after each revision.
                    </xsd:documentation>
          </xsd:annotation>
        </xsd:element>
        <xsd:element name="lastModifiedBy" minOccurs="0" maxOccurs="1" type="xsd:string"/>
        <xsd:element ref="dcterms:modified" minOccurs="0" maxOccurs="1"/>
        <xsd:element name="contentStatus" minOccurs="0" maxOccurs="1" type="xsd:string"/>
      </xsd:all>
    </xsd:complexType>
  </xsd:schema>
  <xs:schema xmlns:pc="http://schemas.microsoft.com/office/infopath/2007/PartnerControls" xmlns:xs="http://www.w3.org/2001/XMLSchema" targetNamespace="http://schemas.microsoft.com/office/infopath/2007/PartnerControls" elementFormDefault="qualified" attributeFormDefault="unqualified">
    <xs:element name="Person">
      <xs:complexType>
        <xs:sequence>
          <xs:element ref="pc:DisplayName" minOccurs="0"/>
          <xs:element ref="pc:AccountId" minOccurs="0"/>
          <xs:element ref="pc:AccountType" minOccurs="0"/>
        </xs:sequence>
      </xs:complexType>
    </xs:element>
    <xs:element name="DisplayName" type="xs:string"/>
    <xs:element name="AccountId" type="xs:string"/>
    <xs:element name="AccountType" type="xs:string"/>
    <xs:element name="BDCAssociatedEntity">
      <xs:complexType>
        <xs:sequence>
          <xs:element ref="pc:BDCEntity" minOccurs="0" maxOccurs="unbounded"/>
        </xs:sequence>
        <xs:attribute ref="pc:EntityNamespace"/>
        <xs:attribute ref="pc:EntityName"/>
        <xs:attribute ref="pc:SystemInstanceName"/>
        <xs:attribute ref="pc:AssociationName"/>
      </xs:complexType>
    </xs:element>
    <xs:attribute name="EntityNamespace" type="xs:string"/>
    <xs:attribute name="EntityName" type="xs:string"/>
    <xs:attribute name="SystemInstanceName" type="xs:string"/>
    <xs:attribute name="AssociationName" type="xs:string"/>
    <xs:element name="BDCEntity">
      <xs:complexType>
        <xs:sequence>
          <xs:element ref="pc:EntityDisplayName" minOccurs="0"/>
          <xs:element ref="pc:EntityInstanceReference" minOccurs="0"/>
          <xs:element ref="pc:EntityId1" minOccurs="0"/>
          <xs:element ref="pc:EntityId2" minOccurs="0"/>
          <xs:element ref="pc:EntityId3" minOccurs="0"/>
          <xs:element ref="pc:EntityId4" minOccurs="0"/>
          <xs:element ref="pc:EntityId5" minOccurs="0"/>
        </xs:sequence>
      </xs:complexType>
    </xs:element>
    <xs:element name="EntityDisplayName" type="xs:string"/>
    <xs:element name="EntityInstanceReference" type="xs:string"/>
    <xs:element name="EntityId1" type="xs:string"/>
    <xs:element name="EntityId2" type="xs:string"/>
    <xs:element name="EntityId3" type="xs:string"/>
    <xs:element name="EntityId4" type="xs:string"/>
    <xs:element name="EntityId5" type="xs:string"/>
    <xs:element name="Terms">
      <xs:complexType>
        <xs:sequence>
          <xs:element ref="pc:TermInfo" minOccurs="0" maxOccurs="unbounded"/>
        </xs:sequence>
      </xs:complexType>
    </xs:element>
    <xs:element name="TermInfo">
      <xs:complexType>
        <xs:sequence>
          <xs:element ref="pc:TermName" minOccurs="0"/>
          <xs:element ref="pc:TermId" minOccurs="0"/>
        </xs:sequence>
      </xs:complexType>
    </xs:element>
    <xs:element name="TermName" type="xs:string"/>
    <xs:element name="TermId" type="xs:string"/>
  </xs:schema>
</ct:contentTypeSchema>
</file>

<file path=customXml/item3.xml><?xml version="1.0" encoding="utf-8"?>
<p:properties xmlns:p="http://schemas.microsoft.com/office/2006/metadata/properties" xmlns:xsi="http://www.w3.org/2001/XMLSchema-instance" xmlns:pc="http://schemas.microsoft.com/office/infopath/2007/PartnerControls">
  <documentManagement>
    <i903e209fed84228aefc53c07bbc4291 xmlns="066993b7-1e88-4ec3-ab8d-619e678a1c4e">
      <Terms xmlns="http://schemas.microsoft.com/office/infopath/2007/PartnerControls">
        <TermInfo xmlns="http://schemas.microsoft.com/office/infopath/2007/PartnerControls">
          <TermName xmlns="http://schemas.microsoft.com/office/infopath/2007/PartnerControls">Powerpoint</TermName>
          <TermId xmlns="http://schemas.microsoft.com/office/infopath/2007/PartnerControls">63b510b2-7cf4-43ed-914e-4e3974d71197</TermId>
        </TermInfo>
        <TermInfo xmlns="http://schemas.microsoft.com/office/infopath/2007/PartnerControls">
          <TermName xmlns="http://schemas.microsoft.com/office/infopath/2007/PartnerControls">Student</TermName>
          <TermId xmlns="http://schemas.microsoft.com/office/infopath/2007/PartnerControls">dea9215a-9575-49db-b186-7e4f93fc2d3d</TermId>
        </TermInfo>
      </Terms>
    </i903e209fed84228aefc53c07bbc4291>
    <TaxCatchAll xmlns="506c2b08-a0f9-4917-8efa-9f374b8a35b1">
      <Value>2</Value>
      <Value>3</Value>
    </TaxCatchAll>
    <_x0068_ca5 xmlns="066993b7-1e88-4ec3-ab8d-619e678a1c4e" xsi:nil="true"/>
    <lcf76f155ced4ddcb4097134ff3c332f xmlns="066993b7-1e88-4ec3-ab8d-619e678a1c4e">
      <Terms xmlns="http://schemas.microsoft.com/office/infopath/2007/PartnerControls"/>
    </lcf76f155ced4ddcb4097134ff3c332f>
  </documentManagement>
</p:properties>
</file>

<file path=customXml/itemProps1.xml><?xml version="1.0" encoding="utf-8"?>
<ds:datastoreItem xmlns:ds="http://schemas.openxmlformats.org/officeDocument/2006/customXml" ds:itemID="{62E3DD74-1EFA-48E8-9D1B-9CF44FA9A8A5}">
  <ds:schemaRefs>
    <ds:schemaRef ds:uri="http://schemas.microsoft.com/sharepoint/v3/contenttype/forms"/>
  </ds:schemaRefs>
</ds:datastoreItem>
</file>

<file path=customXml/itemProps2.xml><?xml version="1.0" encoding="utf-8"?>
<ds:datastoreItem xmlns:ds="http://schemas.openxmlformats.org/officeDocument/2006/customXml" ds:itemID="{F571D834-4B00-49F7-9E5C-D08B88A4D7F9}">
  <ds:schemaRefs>
    <ds:schemaRef ds:uri="066993b7-1e88-4ec3-ab8d-619e678a1c4e"/>
    <ds:schemaRef ds:uri="506c2b08-a0f9-4917-8efa-9f374b8a35b1"/>
    <ds:schemaRef ds:uri="http://purl.org/dc/elements/1.1/"/>
    <ds:schemaRef ds:uri="http://purl.org/dc/terms/"/>
    <ds:schemaRef ds:uri="http://schemas.microsoft.com/internal/obd"/>
    <ds:schemaRef ds:uri="http://schemas.microsoft.com/office/2006/documentManagement/types"/>
    <ds:schemaRef ds:uri="http://schemas.microsoft.com/office/2006/metadata/contentType"/>
    <ds:schemaRef ds:uri="http://schemas.microsoft.com/office/2006/metadata/properties"/>
    <ds:schemaRef ds:uri="http://schemas.microsoft.com/office/2006/metadata/properties/metaAttributes"/>
    <ds:schemaRef ds:uri="http://schemas.microsoft.com/office/infopath/2007/PartnerControls"/>
    <ds:schemaRef ds:uri="http://schemas.openxmlformats.org/package/2006/metadata/core-properties"/>
    <ds:schemaRef ds:uri="http://www.w3.org/2001/XMLSchema"/>
  </ds:schemaRefs>
</ds:datastoreItem>
</file>

<file path=customXml/itemProps3.xml><?xml version="1.0" encoding="utf-8"?>
<ds:datastoreItem xmlns:ds="http://schemas.openxmlformats.org/officeDocument/2006/customXml" ds:itemID="{FD5DC53D-C7D0-44C6-92C4-773B9015818B}">
  <ds:schemaRefs>
    <ds:schemaRef ds:uri="http://schemas.microsoft.com/office/infopath/2007/PartnerControls"/>
    <ds:schemaRef ds:uri="http://purl.org/dc/elements/1.1/"/>
    <ds:schemaRef ds:uri="http://schemas.microsoft.com/office/2006/metadata/properties"/>
    <ds:schemaRef ds:uri="506c2b08-a0f9-4917-8efa-9f374b8a35b1"/>
    <ds:schemaRef ds:uri="http://purl.org/dc/terms/"/>
    <ds:schemaRef ds:uri="http://schemas.microsoft.com/office/2006/documentManagement/types"/>
    <ds:schemaRef ds:uri="http://purl.org/dc/dcmitype/"/>
    <ds:schemaRef ds:uri="http://schemas.openxmlformats.org/package/2006/metadata/core-properties"/>
    <ds:schemaRef ds:uri="066993b7-1e88-4ec3-ab8d-619e678a1c4e"/>
    <ds:schemaRef ds:uri="http://www.w3.org/XML/1998/namespace"/>
  </ds:schemaRefs>
</ds:datastoreItem>
</file>

<file path=docProps/app.xml><?xml version="1.0" encoding="utf-8"?>
<Properties xmlns="http://schemas.openxmlformats.org/officeDocument/2006/extended-properties" xmlns:vt="http://schemas.openxmlformats.org/officeDocument/2006/docPropsVTypes">
  <Template>WSKL_Presentation</Template>
  <TotalTime>5248</TotalTime>
  <Words>119</Words>
  <Application>Microsoft Office PowerPoint</Application>
  <PresentationFormat>Widescreen</PresentationFormat>
  <Paragraphs>42</Paragraphs>
  <Slides>11</Slides>
  <Notes>4</Notes>
  <HiddenSlides>0</HiddenSlides>
  <MMClips>0</MMClips>
  <ScaleCrop>false</ScaleCrop>
  <HeadingPairs>
    <vt:vector size="8" baseType="variant">
      <vt:variant>
        <vt:lpstr>Fonts Used</vt:lpstr>
      </vt:variant>
      <vt:variant>
        <vt:i4>7</vt:i4>
      </vt:variant>
      <vt:variant>
        <vt:lpstr>Theme</vt:lpstr>
      </vt:variant>
      <vt:variant>
        <vt:i4>1</vt:i4>
      </vt:variant>
      <vt:variant>
        <vt:lpstr>Embedded OLE Servers</vt:lpstr>
      </vt:variant>
      <vt:variant>
        <vt:i4>1</vt:i4>
      </vt:variant>
      <vt:variant>
        <vt:lpstr>Slide Titles</vt:lpstr>
      </vt:variant>
      <vt:variant>
        <vt:i4>11</vt:i4>
      </vt:variant>
    </vt:vector>
  </HeadingPairs>
  <TitlesOfParts>
    <vt:vector size="20" baseType="lpstr">
      <vt:lpstr>Arial</vt:lpstr>
      <vt:lpstr>Calibri</vt:lpstr>
      <vt:lpstr>Calibri Light</vt:lpstr>
      <vt:lpstr>CMR12</vt:lpstr>
      <vt:lpstr>Gabriola</vt:lpstr>
      <vt:lpstr>Symbol</vt:lpstr>
      <vt:lpstr>Wingdings</vt:lpstr>
      <vt:lpstr>Folienmaster</vt:lpstr>
      <vt:lpstr>think-cell Folie</vt:lpstr>
      <vt:lpstr>PowerPoint Presentation</vt:lpstr>
      <vt:lpstr>Agenda</vt:lpstr>
      <vt:lpstr>Review of Week 1 and Week 2</vt:lpstr>
      <vt:lpstr>Shape Generators</vt:lpstr>
      <vt:lpstr>Importing SVG Files</vt:lpstr>
      <vt:lpstr>Complex Geometry</vt:lpstr>
      <vt:lpstr>Functional Design Concepts</vt:lpstr>
      <vt:lpstr>Project (Toy car)</vt:lpstr>
      <vt:lpstr>Assignment</vt:lpstr>
      <vt:lpstr>References</vt:lpstr>
      <vt:lpstr>PowerPoint Presentation</vt:lpstr>
    </vt:vector>
  </TitlesOfParts>
  <Company/>
  <LinksUpToDate>false</LinksUpToDate>
  <SharedDoc>false</SharedDoc>
  <HyperlinksChanged>false</HyperlinksChanged>
  <AppVersion>16.0000</AppVersion>
</Properties>
</file>

<file path=docProps/core.xml><?xml version="1.0" encoding="utf-8"?>
<cp:coreProperties xmlns:cp="http://schemas.openxmlformats.org/package/2006/metadata/core-properties" xmlns:dc="http://purl.org/dc/elements/1.1/" xmlns:dcterms="http://purl.org/dc/terms/" xmlns:dcmitype="http://purl.org/dc/dcmitype/" xmlns:xsi="http://www.w3.org/2001/XMLSchema-instance">
  <dc:title>PowerPoint Presentation</dc:title>
  <dc:creator>MEERAN ALI- KHAN</dc:creator>
  <cp:lastModifiedBy>MEERAN ALI- KHAN</cp:lastModifiedBy>
  <cp:revision>67</cp:revision>
  <cp:lastPrinted>2024-12-03T21:16:50Z</cp:lastPrinted>
  <dcterms:created xsi:type="dcterms:W3CDTF">2024-04-12T19:15:39Z</dcterms:created>
  <dcterms:modified xsi:type="dcterms:W3CDTF">2025-11-28T23:43:56Z</dcterms:modified>
</cp:coreProperties>
</file>

<file path=docProps/custom.xml><?xml version="1.0" encoding="utf-8"?>
<Properties xmlns="http://schemas.openxmlformats.org/officeDocument/2006/custom-properties" xmlns:vt="http://schemas.openxmlformats.org/officeDocument/2006/docPropsVTypes">
  <property fmtid="{D5CDD505-2E9C-101B-9397-08002B2CF9AE}" pid="2" name="ContentTypeId">
    <vt:lpwstr>0x0101006C8D9CDDC72AD541B4C07FC0070ADE77</vt:lpwstr>
  </property>
  <property fmtid="{D5CDD505-2E9C-101B-9397-08002B2CF9AE}" pid="3" name="tag">
    <vt:lpwstr>2;#Powerpoint|63b510b2-7cf4-43ed-914e-4e3974d71197;#3;#Student|dea9215a-9575-49db-b186-7e4f93fc2d3d</vt:lpwstr>
  </property>
</Properties>
</file>